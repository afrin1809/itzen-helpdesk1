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068A26-DD84-432B-AA30-2A49D0E2ECC4}" v="2" dt="2024-09-30T05:31:32.72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84"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PPY Wishes" userId="1be922d9-6991-4c11-9759-cafaea3c5a4d" providerId="ADAL" clId="{1F068A26-DD84-432B-AA30-2A49D0E2ECC4}"/>
    <pc:docChg chg="custSel addSld delSld modSld">
      <pc:chgData name="HAPPY Wishes" userId="1be922d9-6991-4c11-9759-cafaea3c5a4d" providerId="ADAL" clId="{1F068A26-DD84-432B-AA30-2A49D0E2ECC4}" dt="2024-09-30T05:32:04.888" v="11" actId="47"/>
      <pc:docMkLst>
        <pc:docMk/>
      </pc:docMkLst>
      <pc:sldChg chg="modSp mod">
        <pc:chgData name="HAPPY Wishes" userId="1be922d9-6991-4c11-9759-cafaea3c5a4d" providerId="ADAL" clId="{1F068A26-DD84-432B-AA30-2A49D0E2ECC4}" dt="2024-09-30T05:16:52.192" v="1" actId="14100"/>
        <pc:sldMkLst>
          <pc:docMk/>
          <pc:sldMk cId="1195687013" sldId="262"/>
        </pc:sldMkLst>
        <pc:graphicFrameChg chg="mod modGraphic">
          <ac:chgData name="HAPPY Wishes" userId="1be922d9-6991-4c11-9759-cafaea3c5a4d" providerId="ADAL" clId="{1F068A26-DD84-432B-AA30-2A49D0E2ECC4}" dt="2024-09-30T05:16:52.192" v="1" actId="14100"/>
          <ac:graphicFrameMkLst>
            <pc:docMk/>
            <pc:sldMk cId="1195687013" sldId="262"/>
            <ac:graphicFrameMk id="4" creationId="{29CBD2DD-13BF-58DF-2F73-15382C55506F}"/>
          </ac:graphicFrameMkLst>
        </pc:graphicFrameChg>
      </pc:sldChg>
      <pc:sldChg chg="addSp delSp modSp new del mod">
        <pc:chgData name="HAPPY Wishes" userId="1be922d9-6991-4c11-9759-cafaea3c5a4d" providerId="ADAL" clId="{1F068A26-DD84-432B-AA30-2A49D0E2ECC4}" dt="2024-09-30T05:32:04.888" v="11" actId="47"/>
        <pc:sldMkLst>
          <pc:docMk/>
          <pc:sldMk cId="974539536" sldId="264"/>
        </pc:sldMkLst>
        <pc:spChg chg="del">
          <ac:chgData name="HAPPY Wishes" userId="1be922d9-6991-4c11-9759-cafaea3c5a4d" providerId="ADAL" clId="{1F068A26-DD84-432B-AA30-2A49D0E2ECC4}" dt="2024-09-30T05:31:30.955" v="9" actId="478"/>
          <ac:spMkLst>
            <pc:docMk/>
            <pc:sldMk cId="974539536" sldId="264"/>
            <ac:spMk id="2" creationId="{AAD4D8E3-0E48-0FCD-EEC1-A62F50D3DA22}"/>
          </ac:spMkLst>
        </pc:spChg>
        <pc:spChg chg="del mod">
          <ac:chgData name="HAPPY Wishes" userId="1be922d9-6991-4c11-9759-cafaea3c5a4d" providerId="ADAL" clId="{1F068A26-DD84-432B-AA30-2A49D0E2ECC4}" dt="2024-09-30T05:31:26.758" v="8" actId="478"/>
          <ac:spMkLst>
            <pc:docMk/>
            <pc:sldMk cId="974539536" sldId="264"/>
            <ac:spMk id="3" creationId="{3C709FF1-4AF0-82ED-8C9A-619F97EA26B0}"/>
          </ac:spMkLst>
        </pc:spChg>
        <pc:picChg chg="add mod">
          <ac:chgData name="HAPPY Wishes" userId="1be922d9-6991-4c11-9759-cafaea3c5a4d" providerId="ADAL" clId="{1F068A26-DD84-432B-AA30-2A49D0E2ECC4}" dt="2024-09-30T05:31:32.723" v="10" actId="1076"/>
          <ac:picMkLst>
            <pc:docMk/>
            <pc:sldMk cId="974539536" sldId="264"/>
            <ac:picMk id="4" creationId="{C4E68E07-38BD-2778-17F6-061D44C3F048}"/>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6F8CE301-C3C5-4A6B-A9B4-8B1BF6303BD2}"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4697AFB-ACA3-4580-8589-E0272E0C4181}">
      <dgm:prSet/>
      <dgm:spPr/>
      <dgm:t>
        <a:bodyPr/>
        <a:lstStyle/>
        <a:p>
          <a:r>
            <a:rPr lang="en-US" b="0" i="0"/>
            <a:t>Unmanaged switches: These switches have a simple plug-and-play design and do not offer advanced configuration options. They are suitable for small networks or for use as an expansion to a larger network.</a:t>
          </a:r>
          <a:endParaRPr lang="en-US"/>
        </a:p>
      </dgm:t>
    </dgm:pt>
    <dgm:pt modelId="{6AC7375A-DA32-48DA-9BB0-947678FAEFD9}" type="parTrans" cxnId="{EDFEB6F6-16CF-4899-8588-7DDCC96E6A79}">
      <dgm:prSet/>
      <dgm:spPr/>
      <dgm:t>
        <a:bodyPr/>
        <a:lstStyle/>
        <a:p>
          <a:endParaRPr lang="en-US"/>
        </a:p>
      </dgm:t>
    </dgm:pt>
    <dgm:pt modelId="{63E209CB-4528-4B25-9EC9-530441B21327}" type="sibTrans" cxnId="{EDFEB6F6-16CF-4899-8588-7DDCC96E6A79}">
      <dgm:prSet/>
      <dgm:spPr/>
      <dgm:t>
        <a:bodyPr/>
        <a:lstStyle/>
        <a:p>
          <a:endParaRPr lang="en-US"/>
        </a:p>
      </dgm:t>
    </dgm:pt>
    <dgm:pt modelId="{789CEE3C-9965-4F95-B2E9-9B816FDAC974}">
      <dgm:prSet/>
      <dgm:spPr/>
      <dgm:t>
        <a:bodyPr/>
        <a:lstStyle/>
        <a:p>
          <a:r>
            <a:rPr lang="en-US" b="0" i="0"/>
            <a:t>Managed switches: These switches offer advanced configuration options such as VLANs, QoS, and link aggregation. They are suitable for larger, more complex networks and allow for centralized management.</a:t>
          </a:r>
          <a:endParaRPr lang="en-US"/>
        </a:p>
      </dgm:t>
    </dgm:pt>
    <dgm:pt modelId="{D60C2790-3968-4369-A503-369B9CF7E69F}" type="parTrans" cxnId="{48BC1E75-2F09-4E92-BD10-7252E24696CB}">
      <dgm:prSet/>
      <dgm:spPr/>
      <dgm:t>
        <a:bodyPr/>
        <a:lstStyle/>
        <a:p>
          <a:endParaRPr lang="en-US"/>
        </a:p>
      </dgm:t>
    </dgm:pt>
    <dgm:pt modelId="{121ECEF8-AFDD-448A-B91D-A8EA0F043DD3}" type="sibTrans" cxnId="{48BC1E75-2F09-4E92-BD10-7252E24696CB}">
      <dgm:prSet/>
      <dgm:spPr/>
      <dgm:t>
        <a:bodyPr/>
        <a:lstStyle/>
        <a:p>
          <a:endParaRPr lang="en-US"/>
        </a:p>
      </dgm:t>
    </dgm:pt>
    <dgm:pt modelId="{5567AF41-7C4A-4D7F-99A6-DEA86D1E5B18}" type="pres">
      <dgm:prSet presAssocID="{6F8CE301-C3C5-4A6B-A9B4-8B1BF6303BD2}" presName="hierChild1" presStyleCnt="0">
        <dgm:presLayoutVars>
          <dgm:chPref val="1"/>
          <dgm:dir/>
          <dgm:animOne val="branch"/>
          <dgm:animLvl val="lvl"/>
          <dgm:resizeHandles/>
        </dgm:presLayoutVars>
      </dgm:prSet>
      <dgm:spPr/>
    </dgm:pt>
    <dgm:pt modelId="{2E164FCD-7108-4C33-97BD-32D6189E36CD}" type="pres">
      <dgm:prSet presAssocID="{B4697AFB-ACA3-4580-8589-E0272E0C4181}" presName="hierRoot1" presStyleCnt="0"/>
      <dgm:spPr/>
    </dgm:pt>
    <dgm:pt modelId="{65018E29-77D4-4CC4-9068-D189A16C8425}" type="pres">
      <dgm:prSet presAssocID="{B4697AFB-ACA3-4580-8589-E0272E0C4181}" presName="composite" presStyleCnt="0"/>
      <dgm:spPr/>
    </dgm:pt>
    <dgm:pt modelId="{A02A0FF1-94BC-4171-B455-E859F4D8F19B}" type="pres">
      <dgm:prSet presAssocID="{B4697AFB-ACA3-4580-8589-E0272E0C4181}" presName="background" presStyleLbl="node0" presStyleIdx="0" presStyleCnt="2"/>
      <dgm:spPr/>
    </dgm:pt>
    <dgm:pt modelId="{6FF367BA-6B53-4C67-B011-307B77F51266}" type="pres">
      <dgm:prSet presAssocID="{B4697AFB-ACA3-4580-8589-E0272E0C4181}" presName="text" presStyleLbl="fgAcc0" presStyleIdx="0" presStyleCnt="2">
        <dgm:presLayoutVars>
          <dgm:chPref val="3"/>
        </dgm:presLayoutVars>
      </dgm:prSet>
      <dgm:spPr/>
    </dgm:pt>
    <dgm:pt modelId="{A42DF890-AF26-4D28-861F-1787EA01B63E}" type="pres">
      <dgm:prSet presAssocID="{B4697AFB-ACA3-4580-8589-E0272E0C4181}" presName="hierChild2" presStyleCnt="0"/>
      <dgm:spPr/>
    </dgm:pt>
    <dgm:pt modelId="{B2FA8B90-F61D-43D0-87C3-0EEFD7FF5F6B}" type="pres">
      <dgm:prSet presAssocID="{789CEE3C-9965-4F95-B2E9-9B816FDAC974}" presName="hierRoot1" presStyleCnt="0"/>
      <dgm:spPr/>
    </dgm:pt>
    <dgm:pt modelId="{A0C201DE-F12E-453D-B94C-EBBE97812F68}" type="pres">
      <dgm:prSet presAssocID="{789CEE3C-9965-4F95-B2E9-9B816FDAC974}" presName="composite" presStyleCnt="0"/>
      <dgm:spPr/>
    </dgm:pt>
    <dgm:pt modelId="{AEF4EFD0-AFBE-4AE4-A535-EF370A6CC646}" type="pres">
      <dgm:prSet presAssocID="{789CEE3C-9965-4F95-B2E9-9B816FDAC974}" presName="background" presStyleLbl="node0" presStyleIdx="1" presStyleCnt="2"/>
      <dgm:spPr/>
    </dgm:pt>
    <dgm:pt modelId="{05D7B51A-A513-4E39-934B-B66837842420}" type="pres">
      <dgm:prSet presAssocID="{789CEE3C-9965-4F95-B2E9-9B816FDAC974}" presName="text" presStyleLbl="fgAcc0" presStyleIdx="1" presStyleCnt="2">
        <dgm:presLayoutVars>
          <dgm:chPref val="3"/>
        </dgm:presLayoutVars>
      </dgm:prSet>
      <dgm:spPr/>
    </dgm:pt>
    <dgm:pt modelId="{E2724AF9-9CFD-4282-8C53-05E05383CAE9}" type="pres">
      <dgm:prSet presAssocID="{789CEE3C-9965-4F95-B2E9-9B816FDAC974}" presName="hierChild2" presStyleCnt="0"/>
      <dgm:spPr/>
    </dgm:pt>
  </dgm:ptLst>
  <dgm:cxnLst>
    <dgm:cxn modelId="{112A481B-F4D8-452C-93A7-0FFDF5560F2D}" type="presOf" srcId="{B4697AFB-ACA3-4580-8589-E0272E0C4181}" destId="{6FF367BA-6B53-4C67-B011-307B77F51266}" srcOrd="0" destOrd="0" presId="urn:microsoft.com/office/officeart/2005/8/layout/hierarchy1"/>
    <dgm:cxn modelId="{B65B2522-3C56-450F-9886-B420973FC38D}" type="presOf" srcId="{789CEE3C-9965-4F95-B2E9-9B816FDAC974}" destId="{05D7B51A-A513-4E39-934B-B66837842420}" srcOrd="0" destOrd="0" presId="urn:microsoft.com/office/officeart/2005/8/layout/hierarchy1"/>
    <dgm:cxn modelId="{4C7D426C-5F0C-4860-A449-38D525EEC8BD}" type="presOf" srcId="{6F8CE301-C3C5-4A6B-A9B4-8B1BF6303BD2}" destId="{5567AF41-7C4A-4D7F-99A6-DEA86D1E5B18}" srcOrd="0" destOrd="0" presId="urn:microsoft.com/office/officeart/2005/8/layout/hierarchy1"/>
    <dgm:cxn modelId="{48BC1E75-2F09-4E92-BD10-7252E24696CB}" srcId="{6F8CE301-C3C5-4A6B-A9B4-8B1BF6303BD2}" destId="{789CEE3C-9965-4F95-B2E9-9B816FDAC974}" srcOrd="1" destOrd="0" parTransId="{D60C2790-3968-4369-A503-369B9CF7E69F}" sibTransId="{121ECEF8-AFDD-448A-B91D-A8EA0F043DD3}"/>
    <dgm:cxn modelId="{EDFEB6F6-16CF-4899-8588-7DDCC96E6A79}" srcId="{6F8CE301-C3C5-4A6B-A9B4-8B1BF6303BD2}" destId="{B4697AFB-ACA3-4580-8589-E0272E0C4181}" srcOrd="0" destOrd="0" parTransId="{6AC7375A-DA32-48DA-9BB0-947678FAEFD9}" sibTransId="{63E209CB-4528-4B25-9EC9-530441B21327}"/>
    <dgm:cxn modelId="{2DA2E814-38C6-4CC6-81ED-0F11753AA070}" type="presParOf" srcId="{5567AF41-7C4A-4D7F-99A6-DEA86D1E5B18}" destId="{2E164FCD-7108-4C33-97BD-32D6189E36CD}" srcOrd="0" destOrd="0" presId="urn:microsoft.com/office/officeart/2005/8/layout/hierarchy1"/>
    <dgm:cxn modelId="{8E624464-E009-48C6-A5FE-43AD848F161E}" type="presParOf" srcId="{2E164FCD-7108-4C33-97BD-32D6189E36CD}" destId="{65018E29-77D4-4CC4-9068-D189A16C8425}" srcOrd="0" destOrd="0" presId="urn:microsoft.com/office/officeart/2005/8/layout/hierarchy1"/>
    <dgm:cxn modelId="{F41AB5F9-97B2-4262-B7EB-42A94416C724}" type="presParOf" srcId="{65018E29-77D4-4CC4-9068-D189A16C8425}" destId="{A02A0FF1-94BC-4171-B455-E859F4D8F19B}" srcOrd="0" destOrd="0" presId="urn:microsoft.com/office/officeart/2005/8/layout/hierarchy1"/>
    <dgm:cxn modelId="{2FCEFDC6-95C8-431D-B4D0-083C668D3D81}" type="presParOf" srcId="{65018E29-77D4-4CC4-9068-D189A16C8425}" destId="{6FF367BA-6B53-4C67-B011-307B77F51266}" srcOrd="1" destOrd="0" presId="urn:microsoft.com/office/officeart/2005/8/layout/hierarchy1"/>
    <dgm:cxn modelId="{82C6BBCB-E638-4591-8AA5-956BC63608EB}" type="presParOf" srcId="{2E164FCD-7108-4C33-97BD-32D6189E36CD}" destId="{A42DF890-AF26-4D28-861F-1787EA01B63E}" srcOrd="1" destOrd="0" presId="urn:microsoft.com/office/officeart/2005/8/layout/hierarchy1"/>
    <dgm:cxn modelId="{3805DA58-3C2F-4FD8-A04E-0CB8E983E8A6}" type="presParOf" srcId="{5567AF41-7C4A-4D7F-99A6-DEA86D1E5B18}" destId="{B2FA8B90-F61D-43D0-87C3-0EEFD7FF5F6B}" srcOrd="1" destOrd="0" presId="urn:microsoft.com/office/officeart/2005/8/layout/hierarchy1"/>
    <dgm:cxn modelId="{B1D9CFC1-F33E-4D82-AE4B-96FE77FA7FBC}" type="presParOf" srcId="{B2FA8B90-F61D-43D0-87C3-0EEFD7FF5F6B}" destId="{A0C201DE-F12E-453D-B94C-EBBE97812F68}" srcOrd="0" destOrd="0" presId="urn:microsoft.com/office/officeart/2005/8/layout/hierarchy1"/>
    <dgm:cxn modelId="{4B4AFB84-A19E-42A2-817D-110EAF512941}" type="presParOf" srcId="{A0C201DE-F12E-453D-B94C-EBBE97812F68}" destId="{AEF4EFD0-AFBE-4AE4-A535-EF370A6CC646}" srcOrd="0" destOrd="0" presId="urn:microsoft.com/office/officeart/2005/8/layout/hierarchy1"/>
    <dgm:cxn modelId="{4FD12FDA-006B-4841-B538-4AAC5B42365F}" type="presParOf" srcId="{A0C201DE-F12E-453D-B94C-EBBE97812F68}" destId="{05D7B51A-A513-4E39-934B-B66837842420}" srcOrd="1" destOrd="0" presId="urn:microsoft.com/office/officeart/2005/8/layout/hierarchy1"/>
    <dgm:cxn modelId="{FE3C02E8-64B7-4494-BD16-648A7C07CD76}" type="presParOf" srcId="{B2FA8B90-F61D-43D0-87C3-0EEFD7FF5F6B}" destId="{E2724AF9-9CFD-4282-8C53-05E05383CAE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F5733E5-01F8-4639-B98C-A7533226584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699F6DD-0E13-4702-BB61-C3C3460246A1}">
      <dgm:prSet/>
      <dgm:spPr/>
      <dgm:t>
        <a:bodyPr/>
        <a:lstStyle/>
        <a:p>
          <a:r>
            <a:rPr lang="en-US" b="0" i="0"/>
            <a:t>Smart switches: These switches have features similar to managed switches but are typically easier to set up and manage. They are suitable for small- to medium-sized networks.</a:t>
          </a:r>
          <a:endParaRPr lang="en-US"/>
        </a:p>
      </dgm:t>
    </dgm:pt>
    <dgm:pt modelId="{A06F945B-8995-4C84-BABE-EC5D396CFFE2}" type="parTrans" cxnId="{C57B715E-6FE8-489E-9D35-F3216BB20603}">
      <dgm:prSet/>
      <dgm:spPr/>
      <dgm:t>
        <a:bodyPr/>
        <a:lstStyle/>
        <a:p>
          <a:endParaRPr lang="en-US"/>
        </a:p>
      </dgm:t>
    </dgm:pt>
    <dgm:pt modelId="{5C48FAAE-9BBD-43E8-AE33-095E8B5DB565}" type="sibTrans" cxnId="{C57B715E-6FE8-489E-9D35-F3216BB20603}">
      <dgm:prSet/>
      <dgm:spPr/>
      <dgm:t>
        <a:bodyPr/>
        <a:lstStyle/>
        <a:p>
          <a:endParaRPr lang="en-US"/>
        </a:p>
      </dgm:t>
    </dgm:pt>
    <dgm:pt modelId="{B01329CA-80F5-4336-AB7D-DE444018B517}">
      <dgm:prSet/>
      <dgm:spPr/>
      <dgm:t>
        <a:bodyPr/>
        <a:lstStyle/>
        <a:p>
          <a:r>
            <a:rPr lang="en-US" b="0" i="0"/>
            <a:t>Layer 2 switches: These switches operate at the Data Link layer of the OSI model and are responsible for forwarding data between devices on the same network segment.</a:t>
          </a:r>
          <a:endParaRPr lang="en-US"/>
        </a:p>
      </dgm:t>
    </dgm:pt>
    <dgm:pt modelId="{A9EB25F2-7602-44BF-948B-ED69B0B64D67}" type="parTrans" cxnId="{C24B8E8F-BF38-4DA1-B46B-92C70D649730}">
      <dgm:prSet/>
      <dgm:spPr/>
      <dgm:t>
        <a:bodyPr/>
        <a:lstStyle/>
        <a:p>
          <a:endParaRPr lang="en-US"/>
        </a:p>
      </dgm:t>
    </dgm:pt>
    <dgm:pt modelId="{6CC45252-2ECB-4A5D-BF31-5A498B0D4A4F}" type="sibTrans" cxnId="{C24B8E8F-BF38-4DA1-B46B-92C70D649730}">
      <dgm:prSet/>
      <dgm:spPr/>
      <dgm:t>
        <a:bodyPr/>
        <a:lstStyle/>
        <a:p>
          <a:endParaRPr lang="en-US"/>
        </a:p>
      </dgm:t>
    </dgm:pt>
    <dgm:pt modelId="{FF127FED-8B43-4D7A-873D-DA1ED323E87B}">
      <dgm:prSet/>
      <dgm:spPr/>
      <dgm:t>
        <a:bodyPr/>
        <a:lstStyle/>
        <a:p>
          <a:r>
            <a:rPr lang="en-US" b="0" i="0"/>
            <a:t>Layer 3 switches: These switches operate at the Network layer of the OSI model and can route data between different network segments. They are more advanced than Layer 2 switches and are often used in larger, more complex networks.</a:t>
          </a:r>
          <a:endParaRPr lang="en-US"/>
        </a:p>
      </dgm:t>
    </dgm:pt>
    <dgm:pt modelId="{C9D47CA1-2A93-4021-A72F-3D4D4645ECBD}" type="parTrans" cxnId="{1C6AC665-41BF-479C-9B6E-17A1A3020E98}">
      <dgm:prSet/>
      <dgm:spPr/>
      <dgm:t>
        <a:bodyPr/>
        <a:lstStyle/>
        <a:p>
          <a:endParaRPr lang="en-US"/>
        </a:p>
      </dgm:t>
    </dgm:pt>
    <dgm:pt modelId="{26C3E0EE-D3DB-45B9-B2C5-B5F833617BBE}" type="sibTrans" cxnId="{1C6AC665-41BF-479C-9B6E-17A1A3020E98}">
      <dgm:prSet/>
      <dgm:spPr/>
      <dgm:t>
        <a:bodyPr/>
        <a:lstStyle/>
        <a:p>
          <a:endParaRPr lang="en-US"/>
        </a:p>
      </dgm:t>
    </dgm:pt>
    <dgm:pt modelId="{52322136-9AB0-4F4F-81B0-DDCCEB7EB42F}" type="pres">
      <dgm:prSet presAssocID="{6F5733E5-01F8-4639-B98C-A75332265848}" presName="root" presStyleCnt="0">
        <dgm:presLayoutVars>
          <dgm:dir/>
          <dgm:resizeHandles val="exact"/>
        </dgm:presLayoutVars>
      </dgm:prSet>
      <dgm:spPr/>
    </dgm:pt>
    <dgm:pt modelId="{5E1F05A3-2E24-4F75-9AA4-DD09CD33937D}" type="pres">
      <dgm:prSet presAssocID="{A699F6DD-0E13-4702-BB61-C3C3460246A1}" presName="compNode" presStyleCnt="0"/>
      <dgm:spPr/>
    </dgm:pt>
    <dgm:pt modelId="{603F0103-740B-42F4-B6A8-5A194A3ABC76}" type="pres">
      <dgm:prSet presAssocID="{A699F6DD-0E13-4702-BB61-C3C3460246A1}" presName="bgRect" presStyleLbl="bgShp" presStyleIdx="0" presStyleCnt="3"/>
      <dgm:spPr/>
    </dgm:pt>
    <dgm:pt modelId="{7A9B6DF9-0DED-4073-8A6D-63E28E56BAD2}" type="pres">
      <dgm:prSet presAssocID="{A699F6DD-0E13-4702-BB61-C3C3460246A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982271A1-EF37-4A42-A8A1-5CBB3201EFE0}" type="pres">
      <dgm:prSet presAssocID="{A699F6DD-0E13-4702-BB61-C3C3460246A1}" presName="spaceRect" presStyleCnt="0"/>
      <dgm:spPr/>
    </dgm:pt>
    <dgm:pt modelId="{1FD591F9-49E8-466A-818E-5B4D555DEEA1}" type="pres">
      <dgm:prSet presAssocID="{A699F6DD-0E13-4702-BB61-C3C3460246A1}" presName="parTx" presStyleLbl="revTx" presStyleIdx="0" presStyleCnt="3">
        <dgm:presLayoutVars>
          <dgm:chMax val="0"/>
          <dgm:chPref val="0"/>
        </dgm:presLayoutVars>
      </dgm:prSet>
      <dgm:spPr/>
    </dgm:pt>
    <dgm:pt modelId="{3526D9EA-D84B-4494-8B9F-F034CE7F0A75}" type="pres">
      <dgm:prSet presAssocID="{5C48FAAE-9BBD-43E8-AE33-095E8B5DB565}" presName="sibTrans" presStyleCnt="0"/>
      <dgm:spPr/>
    </dgm:pt>
    <dgm:pt modelId="{86E62D60-B92C-4212-97DB-BC9777164224}" type="pres">
      <dgm:prSet presAssocID="{B01329CA-80F5-4336-AB7D-DE444018B517}" presName="compNode" presStyleCnt="0"/>
      <dgm:spPr/>
    </dgm:pt>
    <dgm:pt modelId="{5E4C1D0A-8931-4322-800C-060D28FBCE18}" type="pres">
      <dgm:prSet presAssocID="{B01329CA-80F5-4336-AB7D-DE444018B517}" presName="bgRect" presStyleLbl="bgShp" presStyleIdx="1" presStyleCnt="3"/>
      <dgm:spPr/>
    </dgm:pt>
    <dgm:pt modelId="{C1DE57FA-19D9-435F-AD58-346593725858}" type="pres">
      <dgm:prSet presAssocID="{B01329CA-80F5-4336-AB7D-DE444018B5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596AEE71-8DEC-4605-A466-61F532704187}" type="pres">
      <dgm:prSet presAssocID="{B01329CA-80F5-4336-AB7D-DE444018B517}" presName="spaceRect" presStyleCnt="0"/>
      <dgm:spPr/>
    </dgm:pt>
    <dgm:pt modelId="{30FB669E-7570-4499-A391-DDAECF8CCA58}" type="pres">
      <dgm:prSet presAssocID="{B01329CA-80F5-4336-AB7D-DE444018B517}" presName="parTx" presStyleLbl="revTx" presStyleIdx="1" presStyleCnt="3">
        <dgm:presLayoutVars>
          <dgm:chMax val="0"/>
          <dgm:chPref val="0"/>
        </dgm:presLayoutVars>
      </dgm:prSet>
      <dgm:spPr/>
    </dgm:pt>
    <dgm:pt modelId="{592EC1EC-2B9C-45F7-ADAA-F974E2E2AD80}" type="pres">
      <dgm:prSet presAssocID="{6CC45252-2ECB-4A5D-BF31-5A498B0D4A4F}" presName="sibTrans" presStyleCnt="0"/>
      <dgm:spPr/>
    </dgm:pt>
    <dgm:pt modelId="{506CBF94-1664-4506-A2F5-76A9ADC9170E}" type="pres">
      <dgm:prSet presAssocID="{FF127FED-8B43-4D7A-873D-DA1ED323E87B}" presName="compNode" presStyleCnt="0"/>
      <dgm:spPr/>
    </dgm:pt>
    <dgm:pt modelId="{9C6148D6-AA0A-4B04-A115-BA6664236822}" type="pres">
      <dgm:prSet presAssocID="{FF127FED-8B43-4D7A-873D-DA1ED323E87B}" presName="bgRect" presStyleLbl="bgShp" presStyleIdx="2" presStyleCnt="3"/>
      <dgm:spPr/>
    </dgm:pt>
    <dgm:pt modelId="{6365A4C4-E08E-4D3F-8CB8-1D2F3737A4D9}" type="pres">
      <dgm:prSet presAssocID="{FF127FED-8B43-4D7A-873D-DA1ED323E87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90EE5081-9992-4F1F-BE3A-751C70F4864F}" type="pres">
      <dgm:prSet presAssocID="{FF127FED-8B43-4D7A-873D-DA1ED323E87B}" presName="spaceRect" presStyleCnt="0"/>
      <dgm:spPr/>
    </dgm:pt>
    <dgm:pt modelId="{1710FCE6-583D-4F6F-9269-C63F66E71019}" type="pres">
      <dgm:prSet presAssocID="{FF127FED-8B43-4D7A-873D-DA1ED323E87B}" presName="parTx" presStyleLbl="revTx" presStyleIdx="2" presStyleCnt="3">
        <dgm:presLayoutVars>
          <dgm:chMax val="0"/>
          <dgm:chPref val="0"/>
        </dgm:presLayoutVars>
      </dgm:prSet>
      <dgm:spPr/>
    </dgm:pt>
  </dgm:ptLst>
  <dgm:cxnLst>
    <dgm:cxn modelId="{D66D1C08-70F4-4E3B-83F4-869CBF77D263}" type="presOf" srcId="{6F5733E5-01F8-4639-B98C-A75332265848}" destId="{52322136-9AB0-4F4F-81B0-DDCCEB7EB42F}" srcOrd="0" destOrd="0" presId="urn:microsoft.com/office/officeart/2018/2/layout/IconVerticalSolidList"/>
    <dgm:cxn modelId="{26E1E00F-D154-4E36-90C8-BA1A252186C3}" type="presOf" srcId="{A699F6DD-0E13-4702-BB61-C3C3460246A1}" destId="{1FD591F9-49E8-466A-818E-5B4D555DEEA1}" srcOrd="0" destOrd="0" presId="urn:microsoft.com/office/officeart/2018/2/layout/IconVerticalSolidList"/>
    <dgm:cxn modelId="{C57B715E-6FE8-489E-9D35-F3216BB20603}" srcId="{6F5733E5-01F8-4639-B98C-A75332265848}" destId="{A699F6DD-0E13-4702-BB61-C3C3460246A1}" srcOrd="0" destOrd="0" parTransId="{A06F945B-8995-4C84-BABE-EC5D396CFFE2}" sibTransId="{5C48FAAE-9BBD-43E8-AE33-095E8B5DB565}"/>
    <dgm:cxn modelId="{1C6AC665-41BF-479C-9B6E-17A1A3020E98}" srcId="{6F5733E5-01F8-4639-B98C-A75332265848}" destId="{FF127FED-8B43-4D7A-873D-DA1ED323E87B}" srcOrd="2" destOrd="0" parTransId="{C9D47CA1-2A93-4021-A72F-3D4D4645ECBD}" sibTransId="{26C3E0EE-D3DB-45B9-B2C5-B5F833617BBE}"/>
    <dgm:cxn modelId="{A2EE206D-1D83-4CA8-B7B2-4DD72147EC3E}" type="presOf" srcId="{B01329CA-80F5-4336-AB7D-DE444018B517}" destId="{30FB669E-7570-4499-A391-DDAECF8CCA58}" srcOrd="0" destOrd="0" presId="urn:microsoft.com/office/officeart/2018/2/layout/IconVerticalSolidList"/>
    <dgm:cxn modelId="{E31F987B-8C2E-4A26-931F-2D1B0EF3F11E}" type="presOf" srcId="{FF127FED-8B43-4D7A-873D-DA1ED323E87B}" destId="{1710FCE6-583D-4F6F-9269-C63F66E71019}" srcOrd="0" destOrd="0" presId="urn:microsoft.com/office/officeart/2018/2/layout/IconVerticalSolidList"/>
    <dgm:cxn modelId="{C24B8E8F-BF38-4DA1-B46B-92C70D649730}" srcId="{6F5733E5-01F8-4639-B98C-A75332265848}" destId="{B01329CA-80F5-4336-AB7D-DE444018B517}" srcOrd="1" destOrd="0" parTransId="{A9EB25F2-7602-44BF-948B-ED69B0B64D67}" sibTransId="{6CC45252-2ECB-4A5D-BF31-5A498B0D4A4F}"/>
    <dgm:cxn modelId="{B18E3E1E-D93E-496F-B8B3-E6BEE14FA27C}" type="presParOf" srcId="{52322136-9AB0-4F4F-81B0-DDCCEB7EB42F}" destId="{5E1F05A3-2E24-4F75-9AA4-DD09CD33937D}" srcOrd="0" destOrd="0" presId="urn:microsoft.com/office/officeart/2018/2/layout/IconVerticalSolidList"/>
    <dgm:cxn modelId="{6C3D79C8-3552-461E-9670-056C51F4A557}" type="presParOf" srcId="{5E1F05A3-2E24-4F75-9AA4-DD09CD33937D}" destId="{603F0103-740B-42F4-B6A8-5A194A3ABC76}" srcOrd="0" destOrd="0" presId="urn:microsoft.com/office/officeart/2018/2/layout/IconVerticalSolidList"/>
    <dgm:cxn modelId="{FB0355FC-2E0C-4159-805E-9509DBF59A28}" type="presParOf" srcId="{5E1F05A3-2E24-4F75-9AA4-DD09CD33937D}" destId="{7A9B6DF9-0DED-4073-8A6D-63E28E56BAD2}" srcOrd="1" destOrd="0" presId="urn:microsoft.com/office/officeart/2018/2/layout/IconVerticalSolidList"/>
    <dgm:cxn modelId="{990144AF-0F39-41C8-9379-07B66D1F8CAE}" type="presParOf" srcId="{5E1F05A3-2E24-4F75-9AA4-DD09CD33937D}" destId="{982271A1-EF37-4A42-A8A1-5CBB3201EFE0}" srcOrd="2" destOrd="0" presId="urn:microsoft.com/office/officeart/2018/2/layout/IconVerticalSolidList"/>
    <dgm:cxn modelId="{761CF259-81ED-4851-80E6-3C11DE781D2C}" type="presParOf" srcId="{5E1F05A3-2E24-4F75-9AA4-DD09CD33937D}" destId="{1FD591F9-49E8-466A-818E-5B4D555DEEA1}" srcOrd="3" destOrd="0" presId="urn:microsoft.com/office/officeart/2018/2/layout/IconVerticalSolidList"/>
    <dgm:cxn modelId="{F6DD0220-D52E-4891-83A9-8E4CF8AB7C62}" type="presParOf" srcId="{52322136-9AB0-4F4F-81B0-DDCCEB7EB42F}" destId="{3526D9EA-D84B-4494-8B9F-F034CE7F0A75}" srcOrd="1" destOrd="0" presId="urn:microsoft.com/office/officeart/2018/2/layout/IconVerticalSolidList"/>
    <dgm:cxn modelId="{0AD36E48-1E47-444E-BCEE-8CC0B18ACD81}" type="presParOf" srcId="{52322136-9AB0-4F4F-81B0-DDCCEB7EB42F}" destId="{86E62D60-B92C-4212-97DB-BC9777164224}" srcOrd="2" destOrd="0" presId="urn:microsoft.com/office/officeart/2018/2/layout/IconVerticalSolidList"/>
    <dgm:cxn modelId="{F3E293A7-9E8C-429F-AE7C-167E4158A010}" type="presParOf" srcId="{86E62D60-B92C-4212-97DB-BC9777164224}" destId="{5E4C1D0A-8931-4322-800C-060D28FBCE18}" srcOrd="0" destOrd="0" presId="urn:microsoft.com/office/officeart/2018/2/layout/IconVerticalSolidList"/>
    <dgm:cxn modelId="{0038A0B1-4B1E-4904-A57C-0A0727EE11B7}" type="presParOf" srcId="{86E62D60-B92C-4212-97DB-BC9777164224}" destId="{C1DE57FA-19D9-435F-AD58-346593725858}" srcOrd="1" destOrd="0" presId="urn:microsoft.com/office/officeart/2018/2/layout/IconVerticalSolidList"/>
    <dgm:cxn modelId="{942DA55D-CE28-45B7-B178-0AB203844D3F}" type="presParOf" srcId="{86E62D60-B92C-4212-97DB-BC9777164224}" destId="{596AEE71-8DEC-4605-A466-61F532704187}" srcOrd="2" destOrd="0" presId="urn:microsoft.com/office/officeart/2018/2/layout/IconVerticalSolidList"/>
    <dgm:cxn modelId="{D427F0EA-AA76-4747-9870-9A005BEDDE72}" type="presParOf" srcId="{86E62D60-B92C-4212-97DB-BC9777164224}" destId="{30FB669E-7570-4499-A391-DDAECF8CCA58}" srcOrd="3" destOrd="0" presId="urn:microsoft.com/office/officeart/2018/2/layout/IconVerticalSolidList"/>
    <dgm:cxn modelId="{59E5C035-4353-408C-A2C7-F000D181544F}" type="presParOf" srcId="{52322136-9AB0-4F4F-81B0-DDCCEB7EB42F}" destId="{592EC1EC-2B9C-45F7-ADAA-F974E2E2AD80}" srcOrd="3" destOrd="0" presId="urn:microsoft.com/office/officeart/2018/2/layout/IconVerticalSolidList"/>
    <dgm:cxn modelId="{B97471F5-59B9-48E1-887C-9ECC7AE2D8EB}" type="presParOf" srcId="{52322136-9AB0-4F4F-81B0-DDCCEB7EB42F}" destId="{506CBF94-1664-4506-A2F5-76A9ADC9170E}" srcOrd="4" destOrd="0" presId="urn:microsoft.com/office/officeart/2018/2/layout/IconVerticalSolidList"/>
    <dgm:cxn modelId="{B92EEA1A-3903-4C80-8A58-5B3A51DDDD89}" type="presParOf" srcId="{506CBF94-1664-4506-A2F5-76A9ADC9170E}" destId="{9C6148D6-AA0A-4B04-A115-BA6664236822}" srcOrd="0" destOrd="0" presId="urn:microsoft.com/office/officeart/2018/2/layout/IconVerticalSolidList"/>
    <dgm:cxn modelId="{32A05FAE-BB52-49C3-9D0B-8B2D269FB55A}" type="presParOf" srcId="{506CBF94-1664-4506-A2F5-76A9ADC9170E}" destId="{6365A4C4-E08E-4D3F-8CB8-1D2F3737A4D9}" srcOrd="1" destOrd="0" presId="urn:microsoft.com/office/officeart/2018/2/layout/IconVerticalSolidList"/>
    <dgm:cxn modelId="{729EAEA0-FEB0-4184-A335-3C3021A5D693}" type="presParOf" srcId="{506CBF94-1664-4506-A2F5-76A9ADC9170E}" destId="{90EE5081-9992-4F1F-BE3A-751C70F4864F}" srcOrd="2" destOrd="0" presId="urn:microsoft.com/office/officeart/2018/2/layout/IconVerticalSolidList"/>
    <dgm:cxn modelId="{2DDA0182-22AD-40E1-9F51-C20ACB7AA919}" type="presParOf" srcId="{506CBF94-1664-4506-A2F5-76A9ADC9170E}" destId="{1710FCE6-583D-4F6F-9269-C63F66E7101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A0FF1-94BC-4171-B455-E859F4D8F19B}">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F367BA-6B53-4C67-B011-307B77F51266}">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a:t>Unmanaged switches: These switches have a simple plug-and-play design and do not offer advanced configuration options. They are suitable for small networks or for use as an expansion to a larger network.</a:t>
          </a:r>
          <a:endParaRPr lang="en-US" sz="2200" kern="1200"/>
        </a:p>
      </dsp:txBody>
      <dsp:txXfrm>
        <a:off x="696297" y="538547"/>
        <a:ext cx="4171627" cy="2590157"/>
      </dsp:txXfrm>
    </dsp:sp>
    <dsp:sp modelId="{AEF4EFD0-AFBE-4AE4-A535-EF370A6CC646}">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D7B51A-A513-4E39-934B-B66837842420}">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i="0" kern="1200"/>
            <a:t>Managed switches: These switches offer advanced configuration options such as VLANs, QoS, and link aggregation. They are suitable for larger, more complex networks and allow for centralized management.</a:t>
          </a:r>
          <a:endParaRPr lang="en-US" sz="2200" kern="1200"/>
        </a:p>
      </dsp:txBody>
      <dsp:txXfrm>
        <a:off x="5991936" y="538547"/>
        <a:ext cx="4171627" cy="25901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3F0103-740B-42F4-B6A8-5A194A3ABC76}">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9B6DF9-0DED-4073-8A6D-63E28E56BAD2}">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D591F9-49E8-466A-818E-5B4D555DEEA1}">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89000">
            <a:lnSpc>
              <a:spcPct val="90000"/>
            </a:lnSpc>
            <a:spcBef>
              <a:spcPct val="0"/>
            </a:spcBef>
            <a:spcAft>
              <a:spcPct val="35000"/>
            </a:spcAft>
            <a:buNone/>
          </a:pPr>
          <a:r>
            <a:rPr lang="en-US" sz="2000" b="0" i="0" kern="1200"/>
            <a:t>Smart switches: These switches have features similar to managed switches but are typically easier to set up and manage. They are suitable for small- to medium-sized networks.</a:t>
          </a:r>
          <a:endParaRPr lang="en-US" sz="2000" kern="1200"/>
        </a:p>
      </dsp:txBody>
      <dsp:txXfrm>
        <a:off x="1437631" y="531"/>
        <a:ext cx="9077968" cy="1244702"/>
      </dsp:txXfrm>
    </dsp:sp>
    <dsp:sp modelId="{5E4C1D0A-8931-4322-800C-060D28FBCE18}">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DE57FA-19D9-435F-AD58-346593725858}">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FB669E-7570-4499-A391-DDAECF8CCA58}">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89000">
            <a:lnSpc>
              <a:spcPct val="90000"/>
            </a:lnSpc>
            <a:spcBef>
              <a:spcPct val="0"/>
            </a:spcBef>
            <a:spcAft>
              <a:spcPct val="35000"/>
            </a:spcAft>
            <a:buNone/>
          </a:pPr>
          <a:r>
            <a:rPr lang="en-US" sz="2000" b="0" i="0" kern="1200"/>
            <a:t>Layer 2 switches: These switches operate at the Data Link layer of the OSI model and are responsible for forwarding data between devices on the same network segment.</a:t>
          </a:r>
          <a:endParaRPr lang="en-US" sz="2000" kern="1200"/>
        </a:p>
      </dsp:txBody>
      <dsp:txXfrm>
        <a:off x="1437631" y="1556410"/>
        <a:ext cx="9077968" cy="1244702"/>
      </dsp:txXfrm>
    </dsp:sp>
    <dsp:sp modelId="{9C6148D6-AA0A-4B04-A115-BA6664236822}">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65A4C4-E08E-4D3F-8CB8-1D2F3737A4D9}">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10FCE6-583D-4F6F-9269-C63F66E71019}">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889000">
            <a:lnSpc>
              <a:spcPct val="90000"/>
            </a:lnSpc>
            <a:spcBef>
              <a:spcPct val="0"/>
            </a:spcBef>
            <a:spcAft>
              <a:spcPct val="35000"/>
            </a:spcAft>
            <a:buNone/>
          </a:pPr>
          <a:r>
            <a:rPr lang="en-US" sz="2000" b="0" i="0" kern="1200"/>
            <a:t>Layer 3 switches: These switches operate at the Network layer of the OSI model and can route data between different network segments. They are more advanced than Layer 2 switches and are often used in larger, more complex networks.</a:t>
          </a:r>
          <a:endParaRPr lang="en-US" sz="2000" kern="1200"/>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22F91-7DCB-94F2-9B88-4CD360FAC8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DD843E-13D6-5211-D677-37A7730FB9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02A7E28-8402-D7A6-AAD8-9EAE64746FF8}"/>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5" name="Footer Placeholder 4">
            <a:extLst>
              <a:ext uri="{FF2B5EF4-FFF2-40B4-BE49-F238E27FC236}">
                <a16:creationId xmlns:a16="http://schemas.microsoft.com/office/drawing/2014/main" id="{D932A5DF-982D-282F-A6E3-4A7E73F08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C4180B-76A5-949B-5B23-730DB9BD44CA}"/>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3469081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62879-2F37-F783-2914-E8732337F8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298911-5448-9CD3-8C18-E2E49CFAF4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6A9B53-57A9-5315-F9C2-6F5494FF32A0}"/>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5" name="Footer Placeholder 4">
            <a:extLst>
              <a:ext uri="{FF2B5EF4-FFF2-40B4-BE49-F238E27FC236}">
                <a16:creationId xmlns:a16="http://schemas.microsoft.com/office/drawing/2014/main" id="{5A6ABF7C-55B6-0484-3094-4CC9A02891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D462C1-B829-47D5-8485-076980B1E19C}"/>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2720400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D36DD-CCD7-FC83-1EC8-F188B90E6C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917B68-8126-16DF-F2C5-DE1F92C223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F64D75-3CE6-1F64-B635-487DA808D61F}"/>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5" name="Footer Placeholder 4">
            <a:extLst>
              <a:ext uri="{FF2B5EF4-FFF2-40B4-BE49-F238E27FC236}">
                <a16:creationId xmlns:a16="http://schemas.microsoft.com/office/drawing/2014/main" id="{8236CA27-6F46-8DF9-F1BF-A3FF04A6ED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F85291-2AB3-421B-C743-30DD0386A0E2}"/>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1484262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81AC7-B40A-7FB9-3700-A3BF9E4F8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FBE793-F5D0-D58C-5D2F-F6D9CD49F4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D32230-6708-5796-3C4D-5C5E7BD7BB9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F43B37-B9DF-B81F-7D0F-31A0BACE8B4D}"/>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6" name="Footer Placeholder 5">
            <a:extLst>
              <a:ext uri="{FF2B5EF4-FFF2-40B4-BE49-F238E27FC236}">
                <a16:creationId xmlns:a16="http://schemas.microsoft.com/office/drawing/2014/main" id="{DCEA535A-C8E5-4571-B27D-9BF1E516AE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CF0CD9-730A-3426-6DFA-F9D2A8DC6F38}"/>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2986142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A0190-3BC0-AB48-18DB-30286BF196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A67265-D13C-7537-6B06-3CE0F64AB7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8F0471-9377-AD11-3B69-8A5F17BA73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694165-BB8B-5C6A-25F6-A3F23914B7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A50F01-D294-8AAF-5DBD-D77C5F859A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7FFA4D-593D-B7F0-F116-6770380B3A43}"/>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8" name="Footer Placeholder 7">
            <a:extLst>
              <a:ext uri="{FF2B5EF4-FFF2-40B4-BE49-F238E27FC236}">
                <a16:creationId xmlns:a16="http://schemas.microsoft.com/office/drawing/2014/main" id="{7081C02A-1834-D5D6-A12C-ACC18F3928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7015D2-7529-3A25-0EDE-900B69EF95D8}"/>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3543897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B354-27DE-F6A5-8C29-4D9F10F76C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1C634B-191D-0DCD-F87B-27436F318EDE}"/>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4" name="Footer Placeholder 3">
            <a:extLst>
              <a:ext uri="{FF2B5EF4-FFF2-40B4-BE49-F238E27FC236}">
                <a16:creationId xmlns:a16="http://schemas.microsoft.com/office/drawing/2014/main" id="{C74806F8-C12F-A505-62AB-B086992DB5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F2B46A-BEFA-04E6-4FBD-8FF6F7AA3F69}"/>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213316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3A4C8D-FC87-0B8E-6093-7C9716717AFA}"/>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3" name="Footer Placeholder 2">
            <a:extLst>
              <a:ext uri="{FF2B5EF4-FFF2-40B4-BE49-F238E27FC236}">
                <a16:creationId xmlns:a16="http://schemas.microsoft.com/office/drawing/2014/main" id="{9ABB0C4E-73BD-96A6-10FF-3BEAF152E1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689BD6-E4F9-6A0C-5B0F-3AC4E05F5B80}"/>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1308792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858F0-B3F5-9A67-D189-5503038B5B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C9DD3D-F855-3392-1BE6-8B5A533B67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3F88AD-9301-12BB-EDCC-8393170E74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F5450-2D83-F8FA-F96C-5A521C37FBE3}"/>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6" name="Footer Placeholder 5">
            <a:extLst>
              <a:ext uri="{FF2B5EF4-FFF2-40B4-BE49-F238E27FC236}">
                <a16:creationId xmlns:a16="http://schemas.microsoft.com/office/drawing/2014/main" id="{E10BC04E-49E2-E176-D6E2-5FA1ED7DA3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5ED3E0-59D8-4C64-6042-932972AE3103}"/>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2496937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8922D-D4CA-C706-02C7-9D711FD4FE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6DDD36-2F5A-EE07-0206-DF9A5E2F95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14C86B-4D9F-CFB7-B5B7-23A548D99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92BD85-C989-8EE4-6ABB-C11DA039F913}"/>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6" name="Footer Placeholder 5">
            <a:extLst>
              <a:ext uri="{FF2B5EF4-FFF2-40B4-BE49-F238E27FC236}">
                <a16:creationId xmlns:a16="http://schemas.microsoft.com/office/drawing/2014/main" id="{EA4EED32-612A-378D-6D28-BB4741D149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D67C4E-ADC1-613D-B138-60331945C87F}"/>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160336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76AD3-C70F-0737-64CC-6E1DA97007A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6DBD59-A0FA-B3D1-50F0-43DAB54AE0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13264F-BADF-277E-40B5-329B1FE15D58}"/>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5" name="Footer Placeholder 4">
            <a:extLst>
              <a:ext uri="{FF2B5EF4-FFF2-40B4-BE49-F238E27FC236}">
                <a16:creationId xmlns:a16="http://schemas.microsoft.com/office/drawing/2014/main" id="{564689ED-CC7D-D6C3-540B-963E6A9146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45AAC2-F102-3725-2F16-B8C56AD930A9}"/>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248684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973D2D-FE67-F99C-B088-8F7286CF01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78A7A1-3952-D2DF-3552-645D74B564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3AC4B9-65CC-A611-28BC-59EE97006953}"/>
              </a:ext>
            </a:extLst>
          </p:cNvPr>
          <p:cNvSpPr>
            <a:spLocks noGrp="1"/>
          </p:cNvSpPr>
          <p:nvPr>
            <p:ph type="dt" sz="half" idx="10"/>
          </p:nvPr>
        </p:nvSpPr>
        <p:spPr/>
        <p:txBody>
          <a:bodyPr/>
          <a:lstStyle/>
          <a:p>
            <a:fld id="{D6315817-DF6B-4122-8076-15AEE563173C}" type="datetimeFigureOut">
              <a:rPr lang="en-US" smtClean="0"/>
              <a:t>9/30/2024</a:t>
            </a:fld>
            <a:endParaRPr lang="en-US"/>
          </a:p>
        </p:txBody>
      </p:sp>
      <p:sp>
        <p:nvSpPr>
          <p:cNvPr id="5" name="Footer Placeholder 4">
            <a:extLst>
              <a:ext uri="{FF2B5EF4-FFF2-40B4-BE49-F238E27FC236}">
                <a16:creationId xmlns:a16="http://schemas.microsoft.com/office/drawing/2014/main" id="{6CC3AA3C-E1FB-4FC7-DCEF-B5206CFFA8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C2B13C-8FD7-D5F5-23EE-EC1DA0984756}"/>
              </a:ext>
            </a:extLst>
          </p:cNvPr>
          <p:cNvSpPr>
            <a:spLocks noGrp="1"/>
          </p:cNvSpPr>
          <p:nvPr>
            <p:ph type="sldNum" sz="quarter" idx="12"/>
          </p:nvPr>
        </p:nvSpPr>
        <p:spPr/>
        <p:txBody>
          <a:bodyPr/>
          <a:lstStyle/>
          <a:p>
            <a:fld id="{E1D6B810-B121-4939-B4FF-86023ACC391F}" type="slidenum">
              <a:rPr lang="en-US" smtClean="0"/>
              <a:t>‹#›</a:t>
            </a:fld>
            <a:endParaRPr lang="en-US"/>
          </a:p>
        </p:txBody>
      </p:sp>
    </p:spTree>
    <p:extLst>
      <p:ext uri="{BB962C8B-B14F-4D97-AF65-F5344CB8AC3E}">
        <p14:creationId xmlns:p14="http://schemas.microsoft.com/office/powerpoint/2010/main" val="602970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3FC27E-F78E-74E7-97F8-8EB1502EFB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54794A-CB10-6EBC-6A39-27FA1CDC6D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7EDED0-CFA2-5E0A-41FE-2B0DB65D2A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315817-DF6B-4122-8076-15AEE563173C}" type="datetimeFigureOut">
              <a:rPr lang="en-US" smtClean="0"/>
              <a:t>9/30/2024</a:t>
            </a:fld>
            <a:endParaRPr lang="en-US"/>
          </a:p>
        </p:txBody>
      </p:sp>
      <p:sp>
        <p:nvSpPr>
          <p:cNvPr id="5" name="Footer Placeholder 4">
            <a:extLst>
              <a:ext uri="{FF2B5EF4-FFF2-40B4-BE49-F238E27FC236}">
                <a16:creationId xmlns:a16="http://schemas.microsoft.com/office/drawing/2014/main" id="{9ABE44A8-609E-B6F9-710B-91E5ACAF1E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D7B4E4-6AC9-A531-9AF7-F3F20E3FAA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D6B810-B121-4939-B4FF-86023ACC391F}" type="slidenum">
              <a:rPr lang="en-US" smtClean="0"/>
              <a:t>‹#›</a:t>
            </a:fld>
            <a:endParaRPr lang="en-US"/>
          </a:p>
        </p:txBody>
      </p:sp>
      <p:sp>
        <p:nvSpPr>
          <p:cNvPr id="8" name="TextBox 7">
            <a:extLst>
              <a:ext uri="{FF2B5EF4-FFF2-40B4-BE49-F238E27FC236}">
                <a16:creationId xmlns:a16="http://schemas.microsoft.com/office/drawing/2014/main" id="{242DB409-E061-9B86-E14C-1044AAFF8DA9}"/>
              </a:ext>
            </a:extLst>
          </p:cNvPr>
          <p:cNvSpPr txBox="1"/>
          <p:nvPr userDrawn="1">
            <p:extLst>
              <p:ext uri="{1162E1C5-73C7-4A58-AE30-91384D911F3F}">
                <p184:classification xmlns:p184="http://schemas.microsoft.com/office/powerpoint/2018/4/main" val="ftr"/>
              </p:ext>
            </p:extLst>
          </p:nvPr>
        </p:nvSpPr>
        <p:spPr>
          <a:xfrm>
            <a:off x="11334750" y="6642100"/>
            <a:ext cx="828675" cy="152400"/>
          </a:xfrm>
          <a:prstGeom prst="rect">
            <a:avLst/>
          </a:prstGeom>
        </p:spPr>
        <p:txBody>
          <a:bodyPr horzOverflow="overflow" lIns="0" tIns="0" rIns="0" bIns="0">
            <a:spAutoFit/>
          </a:bodyPr>
          <a:lstStyle/>
          <a:p>
            <a:pPr algn="l"/>
            <a:r>
              <a:rPr lang="en-US" sz="1000">
                <a:solidFill>
                  <a:srgbClr val="000000"/>
                </a:solidFill>
                <a:latin typeface="Arial" panose="020B0604020202020204" pitchFamily="34" charset="0"/>
                <a:cs typeface="Arial" panose="020B0604020202020204" pitchFamily="34" charset="0"/>
              </a:rPr>
              <a:t>Confidential C</a:t>
            </a:r>
          </a:p>
        </p:txBody>
      </p:sp>
    </p:spTree>
    <p:extLst>
      <p:ext uri="{BB962C8B-B14F-4D97-AF65-F5344CB8AC3E}">
        <p14:creationId xmlns:p14="http://schemas.microsoft.com/office/powerpoint/2010/main" val="2391595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mac-address-in-computer-network/"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www.geeksforgeeks.org/what-is-network-hub-and-how-it-works/" TargetMode="External"/><Relationship Id="rId3" Type="http://schemas.openxmlformats.org/officeDocument/2006/relationships/hyperlink" Target="https://www.geeksforgeeks.org/data-link-layer/" TargetMode="External"/><Relationship Id="rId7" Type="http://schemas.openxmlformats.org/officeDocument/2006/relationships/hyperlink" Target="https://www.geeksforgeeks.org/introduction-of-a-router/" TargetMode="External"/><Relationship Id="rId2" Type="http://schemas.openxmlformats.org/officeDocument/2006/relationships/hyperlink" Target="https://www.geeksforgeeks.org/network-layer-gq/" TargetMode="External"/><Relationship Id="rId1" Type="http://schemas.openxmlformats.org/officeDocument/2006/relationships/slideLayout" Target="../slideLayouts/slideLayout2.xml"/><Relationship Id="rId6" Type="http://schemas.openxmlformats.org/officeDocument/2006/relationships/hyperlink" Target="https://www.geeksforgeeks.org/network-address-translation-nat/" TargetMode="External"/><Relationship Id="rId5" Type="http://schemas.openxmlformats.org/officeDocument/2006/relationships/hyperlink" Target="https://www.geeksforgeeks.org/man-full-form/" TargetMode="External"/><Relationship Id="rId4" Type="http://schemas.openxmlformats.org/officeDocument/2006/relationships/hyperlink" Target="https://www.geeksforgeeks.org/lan-full-for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71640-CC42-8A86-8570-91313F20674C}"/>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26FA5F9C-DD7A-2CDC-22FE-A1DD10BE0F42}"/>
              </a:ext>
            </a:extLst>
          </p:cNvPr>
          <p:cNvSpPr>
            <a:spLocks noGrp="1"/>
          </p:cNvSpPr>
          <p:nvPr>
            <p:ph type="subTitle" idx="1"/>
          </p:nvPr>
        </p:nvSpPr>
        <p:spPr/>
        <p:txBody>
          <a:bodyPr/>
          <a:lstStyle/>
          <a:p>
            <a:endParaRPr lang="en-US"/>
          </a:p>
        </p:txBody>
      </p:sp>
      <p:sp useBgFill="1">
        <p:nvSpPr>
          <p:cNvPr id="11" name="Rectangle 10">
            <a:extLst>
              <a:ext uri="{FF2B5EF4-FFF2-40B4-BE49-F238E27FC236}">
                <a16:creationId xmlns:a16="http://schemas.microsoft.com/office/drawing/2014/main" id="{D41C07F1-8E94-DFC0-12A3-E0B53AE4E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8D07656-4156-BF8A-CA36-9A430C85F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DCAD52F1-E4E1-844F-65E8-71BDAB28D0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4" name="Title 1">
            <a:extLst>
              <a:ext uri="{FF2B5EF4-FFF2-40B4-BE49-F238E27FC236}">
                <a16:creationId xmlns:a16="http://schemas.microsoft.com/office/drawing/2014/main" id="{9340BE17-2D84-101C-CFE9-3FE0DB5AEABC}"/>
              </a:ext>
            </a:extLst>
          </p:cNvPr>
          <p:cNvSpPr txBox="1">
            <a:spLocks/>
          </p:cNvSpPr>
          <p:nvPr/>
        </p:nvSpPr>
        <p:spPr>
          <a:xfrm>
            <a:off x="646645" y="215489"/>
            <a:ext cx="4203045" cy="1375608"/>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solidFill>
                  <a:schemeClr val="bg1"/>
                </a:solidFill>
              </a:rPr>
              <a:t>HUB?</a:t>
            </a:r>
          </a:p>
        </p:txBody>
      </p:sp>
      <p:sp>
        <p:nvSpPr>
          <p:cNvPr id="16" name="Content Placeholder 2">
            <a:extLst>
              <a:ext uri="{FF2B5EF4-FFF2-40B4-BE49-F238E27FC236}">
                <a16:creationId xmlns:a16="http://schemas.microsoft.com/office/drawing/2014/main" id="{37BBDA4D-EB27-FB7B-5840-B3C930CDD9D0}"/>
              </a:ext>
            </a:extLst>
          </p:cNvPr>
          <p:cNvSpPr txBox="1">
            <a:spLocks/>
          </p:cNvSpPr>
          <p:nvPr/>
        </p:nvSpPr>
        <p:spPr>
          <a:xfrm>
            <a:off x="673754" y="2160590"/>
            <a:ext cx="3973943" cy="344011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chemeClr val="bg1"/>
                </a:solidFill>
                <a:latin typeface="Calibri" panose="020F0502020204030204" pitchFamily="34" charset="0"/>
                <a:ea typeface="Calibri" panose="020F0502020204030204" pitchFamily="34" charset="0"/>
                <a:cs typeface="Calibri" panose="020F0502020204030204" pitchFamily="34" charset="0"/>
              </a:rPr>
              <a:t>In networking, a hub is a device that links multiple computers and devices together. Hubs can also be referred to as repeaters, and they serve as the center of a local area network (LAN). In a hub, each connected device is on the same subnet and receives all data sent to the hub.</a:t>
            </a:r>
          </a:p>
        </p:txBody>
      </p:sp>
      <p:pic>
        <p:nvPicPr>
          <p:cNvPr id="18" name="Picture 2" descr="Hub vs Switch vs Router ...">
            <a:extLst>
              <a:ext uri="{FF2B5EF4-FFF2-40B4-BE49-F238E27FC236}">
                <a16:creationId xmlns:a16="http://schemas.microsoft.com/office/drawing/2014/main" id="{99A35B96-BB9B-D11E-995F-123641CA1D7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1" y="1496412"/>
            <a:ext cx="5143500" cy="3852660"/>
          </a:xfrm>
          <a:prstGeom prst="rect">
            <a:avLst/>
          </a:prstGeom>
          <a:noFill/>
          <a:extLst>
            <a:ext uri="{909E8E84-426E-40DD-AFC4-6F175D3DCCD1}">
              <a14:hiddenFill xmlns:a14="http://schemas.microsoft.com/office/drawing/2010/main">
                <a:solidFill>
                  <a:srgbClr val="FFFFFF"/>
                </a:solidFill>
              </a14:hiddenFill>
            </a:ext>
          </a:extLst>
        </p:spPr>
      </p:pic>
      <p:sp>
        <p:nvSpPr>
          <p:cNvPr id="20" name="Isosceles Triangle 19">
            <a:extLst>
              <a:ext uri="{FF2B5EF4-FFF2-40B4-BE49-F238E27FC236}">
                <a16:creationId xmlns:a16="http://schemas.microsoft.com/office/drawing/2014/main" id="{8F011BDC-17C9-1A51-25A1-D40D980ABE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3752356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195F2-2C9A-B914-853E-EADD17341C1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5C9A258D-FBF2-2BFE-B8CC-E8B4BDE273BA}"/>
              </a:ext>
            </a:extLst>
          </p:cNvPr>
          <p:cNvSpPr>
            <a:spLocks noGrp="1"/>
          </p:cNvSpPr>
          <p:nvPr>
            <p:ph idx="1"/>
          </p:nvPr>
        </p:nvSpPr>
        <p:spPr/>
        <p:txBody>
          <a:bodyPr/>
          <a:lstStyle/>
          <a:p>
            <a:endParaRPr lang="en-US" dirty="0"/>
          </a:p>
        </p:txBody>
      </p:sp>
      <p:sp useBgFill="1">
        <p:nvSpPr>
          <p:cNvPr id="4" name="Rectangle 3">
            <a:extLst>
              <a:ext uri="{FF2B5EF4-FFF2-40B4-BE49-F238E27FC236}">
                <a16:creationId xmlns:a16="http://schemas.microsoft.com/office/drawing/2014/main" id="{7121C038-B4B0-79C0-6510-9BC9E80E7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FB9A311-101C-DF2E-E994-BA4432AC33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Isosceles Triangle 5">
            <a:extLst>
              <a:ext uri="{FF2B5EF4-FFF2-40B4-BE49-F238E27FC236}">
                <a16:creationId xmlns:a16="http://schemas.microsoft.com/office/drawing/2014/main" id="{D008B0E9-38C5-0CE6-D9D3-2B44A49BB8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7" name="Title 1">
            <a:extLst>
              <a:ext uri="{FF2B5EF4-FFF2-40B4-BE49-F238E27FC236}">
                <a16:creationId xmlns:a16="http://schemas.microsoft.com/office/drawing/2014/main" id="{44001DB5-38E0-EF49-6385-2A362662D43A}"/>
              </a:ext>
            </a:extLst>
          </p:cNvPr>
          <p:cNvSpPr txBox="1">
            <a:spLocks/>
          </p:cNvSpPr>
          <p:nvPr/>
        </p:nvSpPr>
        <p:spPr>
          <a:xfrm>
            <a:off x="673754" y="643467"/>
            <a:ext cx="4203045" cy="13756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schemeClr val="bg1"/>
                </a:solidFill>
              </a:rPr>
              <a:t>Switch?</a:t>
            </a:r>
          </a:p>
        </p:txBody>
      </p:sp>
      <p:sp>
        <p:nvSpPr>
          <p:cNvPr id="8" name="Content Placeholder 2">
            <a:extLst>
              <a:ext uri="{FF2B5EF4-FFF2-40B4-BE49-F238E27FC236}">
                <a16:creationId xmlns:a16="http://schemas.microsoft.com/office/drawing/2014/main" id="{A73ADD17-2067-78C1-4395-7A0C35D9A2B4}"/>
              </a:ext>
            </a:extLst>
          </p:cNvPr>
          <p:cNvSpPr txBox="1">
            <a:spLocks/>
          </p:cNvSpPr>
          <p:nvPr/>
        </p:nvSpPr>
        <p:spPr>
          <a:xfrm>
            <a:off x="673754" y="2160590"/>
            <a:ext cx="3973943" cy="3440110"/>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0" i="0" dirty="0">
                <a:solidFill>
                  <a:schemeClr val="bg1"/>
                </a:solidFill>
                <a:effectLst/>
                <a:latin typeface="Google Sans"/>
              </a:rPr>
              <a:t>Switches are key building blocks for any network. They connect multiple devices, such as computers, wireless access points, printers, and servers; on the same network within a building or campus. A switch enables connected devices to share information and talk to each other.</a:t>
            </a:r>
            <a:endParaRPr lang="en-US" dirty="0">
              <a:solidFill>
                <a:schemeClr val="bg1"/>
              </a:solidFill>
              <a:latin typeface="-apple-system"/>
            </a:endParaRPr>
          </a:p>
          <a:p>
            <a:pPr marL="0" indent="0">
              <a:buFont typeface="Arial" panose="020B0604020202020204" pitchFamily="34" charset="0"/>
              <a:buNone/>
            </a:pPr>
            <a:endParaRPr lang="en-US" dirty="0">
              <a:solidFill>
                <a:schemeClr val="bg1"/>
              </a:solidFill>
            </a:endParaRPr>
          </a:p>
        </p:txBody>
      </p:sp>
      <p:pic>
        <p:nvPicPr>
          <p:cNvPr id="9" name="Picture 4" descr="What Is a Network Switch?">
            <a:extLst>
              <a:ext uri="{FF2B5EF4-FFF2-40B4-BE49-F238E27FC236}">
                <a16:creationId xmlns:a16="http://schemas.microsoft.com/office/drawing/2014/main" id="{F1969123-74E7-B9CE-9538-728F0B673F1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96001" y="2207591"/>
            <a:ext cx="5143500" cy="2430303"/>
          </a:xfrm>
          <a:prstGeom prst="rect">
            <a:avLst/>
          </a:prstGeom>
          <a:noFill/>
          <a:extLst>
            <a:ext uri="{909E8E84-426E-40DD-AFC4-6F175D3DCCD1}">
              <a14:hiddenFill xmlns:a14="http://schemas.microsoft.com/office/drawing/2010/main">
                <a:solidFill>
                  <a:srgbClr val="FFFFFF"/>
                </a:solidFill>
              </a14:hiddenFill>
            </a:ext>
          </a:extLst>
        </p:spPr>
      </p:pic>
      <p:sp>
        <p:nvSpPr>
          <p:cNvPr id="10" name="Isosceles Triangle 9">
            <a:extLst>
              <a:ext uri="{FF2B5EF4-FFF2-40B4-BE49-F238E27FC236}">
                <a16:creationId xmlns:a16="http://schemas.microsoft.com/office/drawing/2014/main" id="{BB6D817C-9F1A-1EDD-DF36-6981ADA833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Tree>
    <p:extLst>
      <p:ext uri="{BB962C8B-B14F-4D97-AF65-F5344CB8AC3E}">
        <p14:creationId xmlns:p14="http://schemas.microsoft.com/office/powerpoint/2010/main" val="2883528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05306B0-B3AA-BD23-60EE-65E70F9BB5F1}"/>
              </a:ext>
            </a:extLst>
          </p:cNvPr>
          <p:cNvSpPr>
            <a:spLocks noGrp="1"/>
          </p:cNvSpPr>
          <p:nvPr>
            <p:ph type="title"/>
          </p:nvPr>
        </p:nvSpPr>
        <p:spPr>
          <a:xfrm>
            <a:off x="1188069" y="381935"/>
            <a:ext cx="4008583" cy="5974414"/>
          </a:xfrm>
        </p:spPr>
        <p:txBody>
          <a:bodyPr anchor="ctr">
            <a:normAutofit/>
          </a:bodyPr>
          <a:lstStyle/>
          <a:p>
            <a:r>
              <a:rPr lang="en-US" sz="8000" b="1" i="0">
                <a:solidFill>
                  <a:srgbClr val="FFFFFF"/>
                </a:solidFill>
                <a:effectLst/>
                <a:latin typeface="Nunito" pitchFamily="2" charset="0"/>
              </a:rPr>
              <a:t>Switch </a:t>
            </a:r>
            <a:endParaRPr lang="en-US" sz="8000">
              <a:solidFill>
                <a:srgbClr val="FFFFFF"/>
              </a:solidFill>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752EFF95-CFC1-6205-A0B0-75F8C79884C3}"/>
              </a:ext>
            </a:extLst>
          </p:cNvPr>
          <p:cNvSpPr>
            <a:spLocks noGrp="1"/>
          </p:cNvSpPr>
          <p:nvPr>
            <p:ph idx="1"/>
          </p:nvPr>
        </p:nvSpPr>
        <p:spPr>
          <a:xfrm>
            <a:off x="6297233" y="518400"/>
            <a:ext cx="4771607" cy="5837949"/>
          </a:xfrm>
        </p:spPr>
        <p:txBody>
          <a:bodyPr anchor="ctr">
            <a:normAutofit/>
          </a:bodyPr>
          <a:lstStyle/>
          <a:p>
            <a:r>
              <a:rPr lang="en-US" sz="2000" b="0" i="0">
                <a:solidFill>
                  <a:schemeClr val="tx1">
                    <a:alpha val="80000"/>
                  </a:schemeClr>
                </a:solidFill>
                <a:effectLst/>
                <a:latin typeface="Nunito" pitchFamily="2" charset="0"/>
              </a:rPr>
              <a:t>A switch is a multiport bridge with a buffer and a design that can boost its efficiency(a large number of ports imply less traffic) and performance. A switch is a data link layer device. The switch can perform error checking before forwarding data, which makes it very efficient as it does not forward packets that have errors and forward good packets selectively to the correct port only</a:t>
            </a:r>
            <a:endParaRPr lang="en-US" sz="20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3498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5A3987-5EF7-D2FE-E98E-1A9EA90D1F8C}"/>
              </a:ext>
            </a:extLst>
          </p:cNvPr>
          <p:cNvSpPr>
            <a:spLocks noGrp="1"/>
          </p:cNvSpPr>
          <p:nvPr>
            <p:ph type="title"/>
          </p:nvPr>
        </p:nvSpPr>
        <p:spPr>
          <a:xfrm>
            <a:off x="1043631" y="809898"/>
            <a:ext cx="10173010" cy="1554480"/>
          </a:xfrm>
        </p:spPr>
        <p:txBody>
          <a:bodyPr anchor="ctr">
            <a:normAutofit/>
          </a:bodyPr>
          <a:lstStyle/>
          <a:p>
            <a:r>
              <a:rPr lang="en-US" sz="4800" b="1" i="0">
                <a:effectLst/>
                <a:latin typeface="Nunito" pitchFamily="2" charset="0"/>
              </a:rPr>
              <a:t>Types of  Switch</a:t>
            </a:r>
            <a:br>
              <a:rPr lang="en-US" sz="4800" b="1" i="0">
                <a:effectLst/>
                <a:latin typeface="Nunito" pitchFamily="2" charset="0"/>
              </a:rPr>
            </a:br>
            <a:endParaRPr lang="en-US"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1854637-03BE-15E8-FF75-AC7817D2A448}"/>
              </a:ext>
            </a:extLst>
          </p:cNvPr>
          <p:cNvGraphicFramePr>
            <a:graphicFrameLocks noGrp="1"/>
          </p:cNvGraphicFramePr>
          <p:nvPr>
            <p:ph idx="1"/>
            <p:extLst>
              <p:ext uri="{D42A27DB-BD31-4B8C-83A1-F6EECF244321}">
                <p14:modId xmlns:p14="http://schemas.microsoft.com/office/powerpoint/2010/main" val="227032053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7248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075EAD-8FE0-2228-CEB8-3F61D3CC5550}"/>
              </a:ext>
            </a:extLst>
          </p:cNvPr>
          <p:cNvSpPr>
            <a:spLocks noGrp="1"/>
          </p:cNvSpPr>
          <p:nvPr>
            <p:ph type="title"/>
          </p:nvPr>
        </p:nvSpPr>
        <p:spPr>
          <a:xfrm>
            <a:off x="841248" y="256032"/>
            <a:ext cx="10506456" cy="1014984"/>
          </a:xfrm>
        </p:spPr>
        <p:txBody>
          <a:bodyPr anchor="b">
            <a:normAutofit/>
          </a:bodyPr>
          <a:lstStyle/>
          <a:p>
            <a:r>
              <a:rPr lang="en-US" dirty="0"/>
              <a:t>Types of switch</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D97E9908-D19D-AE8E-6C5F-7F81BB026991}"/>
              </a:ext>
            </a:extLst>
          </p:cNvPr>
          <p:cNvGraphicFramePr>
            <a:graphicFrameLocks noGrp="1"/>
          </p:cNvGraphicFramePr>
          <p:nvPr>
            <p:ph idx="1"/>
            <p:extLst>
              <p:ext uri="{D42A27DB-BD31-4B8C-83A1-F6EECF244321}">
                <p14:modId xmlns:p14="http://schemas.microsoft.com/office/powerpoint/2010/main" val="67786335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9800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040BCA-0F7E-A00F-CD55-53225313553E}"/>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b="1" i="0" kern="1200">
                <a:solidFill>
                  <a:srgbClr val="FFFFFF"/>
                </a:solidFill>
                <a:effectLst/>
                <a:latin typeface="+mj-lt"/>
                <a:ea typeface="+mj-ea"/>
                <a:cs typeface="+mj-cs"/>
              </a:rPr>
              <a:t>Difference Between Layer-2 and Layer-3 Switches</a:t>
            </a:r>
            <a:br>
              <a:rPr lang="en-US" sz="2500" b="1" i="0" kern="1200">
                <a:solidFill>
                  <a:srgbClr val="FFFFFF"/>
                </a:solidFill>
                <a:effectLst/>
                <a:latin typeface="+mj-lt"/>
                <a:ea typeface="+mj-ea"/>
                <a:cs typeface="+mj-cs"/>
              </a:rPr>
            </a:br>
            <a:endParaRPr lang="en-US" sz="2500" kern="1200">
              <a:solidFill>
                <a:srgbClr val="FFFFFF"/>
              </a:solidFill>
              <a:latin typeface="+mj-lt"/>
              <a:ea typeface="+mj-ea"/>
              <a:cs typeface="+mj-cs"/>
            </a:endParaRPr>
          </a:p>
        </p:txBody>
      </p:sp>
      <p:graphicFrame>
        <p:nvGraphicFramePr>
          <p:cNvPr id="4" name="Content Placeholder 3">
            <a:extLst>
              <a:ext uri="{FF2B5EF4-FFF2-40B4-BE49-F238E27FC236}">
                <a16:creationId xmlns:a16="http://schemas.microsoft.com/office/drawing/2014/main" id="{2CE84227-0515-351F-00FF-BB5127812796}"/>
              </a:ext>
            </a:extLst>
          </p:cNvPr>
          <p:cNvGraphicFramePr>
            <a:graphicFrameLocks noGrp="1"/>
          </p:cNvGraphicFramePr>
          <p:nvPr>
            <p:ph idx="1"/>
            <p:extLst>
              <p:ext uri="{D42A27DB-BD31-4B8C-83A1-F6EECF244321}">
                <p14:modId xmlns:p14="http://schemas.microsoft.com/office/powerpoint/2010/main" val="2651045215"/>
              </p:ext>
            </p:extLst>
          </p:nvPr>
        </p:nvGraphicFramePr>
        <p:xfrm>
          <a:off x="432225" y="2246664"/>
          <a:ext cx="11327550" cy="3891421"/>
        </p:xfrm>
        <a:graphic>
          <a:graphicData uri="http://schemas.openxmlformats.org/drawingml/2006/table">
            <a:tbl>
              <a:tblPr firstRow="1" bandRow="1">
                <a:noFill/>
              </a:tblPr>
              <a:tblGrid>
                <a:gridCol w="5667603">
                  <a:extLst>
                    <a:ext uri="{9D8B030D-6E8A-4147-A177-3AD203B41FA5}">
                      <a16:colId xmlns:a16="http://schemas.microsoft.com/office/drawing/2014/main" val="455159806"/>
                    </a:ext>
                  </a:extLst>
                </a:gridCol>
                <a:gridCol w="5659947">
                  <a:extLst>
                    <a:ext uri="{9D8B030D-6E8A-4147-A177-3AD203B41FA5}">
                      <a16:colId xmlns:a16="http://schemas.microsoft.com/office/drawing/2014/main" val="3387761257"/>
                    </a:ext>
                  </a:extLst>
                </a:gridCol>
              </a:tblGrid>
              <a:tr h="531543">
                <a:tc>
                  <a:txBody>
                    <a:bodyPr/>
                    <a:lstStyle/>
                    <a:p>
                      <a:pPr algn="ctr" fontAlgn="base"/>
                      <a:r>
                        <a:rPr lang="en-US" sz="1900" b="1">
                          <a:solidFill>
                            <a:schemeClr val="tx1">
                              <a:lumMod val="75000"/>
                              <a:lumOff val="25000"/>
                            </a:schemeClr>
                          </a:solidFill>
                          <a:effectLst/>
                        </a:rPr>
                        <a:t>Layer 2 Switch</a:t>
                      </a:r>
                    </a:p>
                  </a:txBody>
                  <a:tcPr marL="196868" marR="147651" marT="98434" marB="98434"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lgn="ctr" fontAlgn="base"/>
                      <a:r>
                        <a:rPr lang="en-US" sz="1900" b="1">
                          <a:solidFill>
                            <a:schemeClr val="tx1">
                              <a:lumMod val="75000"/>
                              <a:lumOff val="25000"/>
                            </a:schemeClr>
                          </a:solidFill>
                          <a:effectLst/>
                        </a:rPr>
                        <a:t>Layer 3 Switch</a:t>
                      </a:r>
                    </a:p>
                  </a:txBody>
                  <a:tcPr marL="196868" marR="147651" marT="98434" marB="98434" anchor="ctr">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3454815586"/>
                  </a:ext>
                </a:extLst>
              </a:tr>
              <a:tr h="449515">
                <a:tc>
                  <a:txBody>
                    <a:bodyPr/>
                    <a:lstStyle/>
                    <a:p>
                      <a:pPr algn="ctr" fontAlgn="ctr"/>
                      <a:r>
                        <a:rPr lang="en-US" sz="1400" b="0">
                          <a:solidFill>
                            <a:schemeClr val="tx1">
                              <a:lumMod val="75000"/>
                              <a:lumOff val="25000"/>
                            </a:schemeClr>
                          </a:solidFill>
                          <a:effectLst/>
                        </a:rPr>
                        <a:t>Operate on layer 2 (Data link) of OSI model.</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400" b="0">
                          <a:solidFill>
                            <a:schemeClr val="tx1">
                              <a:lumMod val="75000"/>
                              <a:lumOff val="25000"/>
                            </a:schemeClr>
                          </a:solidFill>
                          <a:effectLst/>
                        </a:rPr>
                        <a:t>Operate on layer 3 (Network Layer) of OSI model.</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79313268"/>
                  </a:ext>
                </a:extLst>
              </a:tr>
              <a:tr h="449515">
                <a:tc>
                  <a:txBody>
                    <a:bodyPr/>
                    <a:lstStyle/>
                    <a:p>
                      <a:pPr algn="ctr" fontAlgn="ctr"/>
                      <a:r>
                        <a:rPr lang="en-US" sz="1400" b="0">
                          <a:solidFill>
                            <a:schemeClr val="tx1">
                              <a:lumMod val="75000"/>
                              <a:lumOff val="25000"/>
                            </a:schemeClr>
                          </a:solidFill>
                          <a:effectLst/>
                        </a:rPr>
                        <a:t>Send “frames” to destination on the basis of MAC address.</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400" b="0">
                          <a:solidFill>
                            <a:schemeClr val="tx1">
                              <a:lumMod val="75000"/>
                              <a:lumOff val="25000"/>
                            </a:schemeClr>
                          </a:solidFill>
                          <a:effectLst/>
                        </a:rPr>
                        <a:t>Route Packet with help of IP address</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561911521"/>
                  </a:ext>
                </a:extLst>
              </a:tr>
              <a:tr h="449515">
                <a:tc>
                  <a:txBody>
                    <a:bodyPr/>
                    <a:lstStyle/>
                    <a:p>
                      <a:pPr algn="ctr" fontAlgn="ctr"/>
                      <a:r>
                        <a:rPr lang="en-US" sz="1400" b="0">
                          <a:solidFill>
                            <a:schemeClr val="tx1">
                              <a:lumMod val="75000"/>
                              <a:lumOff val="25000"/>
                            </a:schemeClr>
                          </a:solidFill>
                          <a:effectLst/>
                        </a:rPr>
                        <a:t>Work with </a:t>
                      </a:r>
                      <a:r>
                        <a:rPr lang="en-US" sz="1400" b="0" u="sng">
                          <a:solidFill>
                            <a:schemeClr val="tx1">
                              <a:lumMod val="75000"/>
                              <a:lumOff val="25000"/>
                            </a:schemeClr>
                          </a:solidFill>
                          <a:effectLst/>
                          <a:hlinkClick r:id="rId2">
                            <a:extLst>
                              <a:ext uri="{A12FA001-AC4F-418D-AE19-62706E023703}">
                                <ahyp:hlinkClr xmlns:ahyp="http://schemas.microsoft.com/office/drawing/2018/hyperlinkcolor" val="tx"/>
                              </a:ext>
                            </a:extLst>
                          </a:hlinkClick>
                        </a:rPr>
                        <a:t>MAC address</a:t>
                      </a:r>
                      <a:r>
                        <a:rPr lang="en-US" sz="1400" b="0">
                          <a:solidFill>
                            <a:schemeClr val="tx1">
                              <a:lumMod val="75000"/>
                              <a:lumOff val="25000"/>
                            </a:schemeClr>
                          </a:solidFill>
                          <a:effectLst/>
                        </a:rPr>
                        <a:t> only</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400" b="0">
                          <a:solidFill>
                            <a:schemeClr val="tx1">
                              <a:lumMod val="75000"/>
                              <a:lumOff val="25000"/>
                            </a:schemeClr>
                          </a:solidFill>
                          <a:effectLst/>
                        </a:rPr>
                        <a:t>Can perform functioning of both 2 layer and 3 layer switch</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125014546"/>
                  </a:ext>
                </a:extLst>
              </a:tr>
              <a:tr h="449515">
                <a:tc>
                  <a:txBody>
                    <a:bodyPr/>
                    <a:lstStyle/>
                    <a:p>
                      <a:pPr algn="ctr" fontAlgn="ctr"/>
                      <a:r>
                        <a:rPr lang="en-US" sz="1400" b="0">
                          <a:solidFill>
                            <a:schemeClr val="tx1">
                              <a:lumMod val="75000"/>
                              <a:lumOff val="25000"/>
                            </a:schemeClr>
                          </a:solidFill>
                          <a:effectLst/>
                        </a:rPr>
                        <a:t>Used to reduce traffic on local network.</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400" b="0">
                          <a:solidFill>
                            <a:schemeClr val="tx1">
                              <a:lumMod val="75000"/>
                              <a:lumOff val="25000"/>
                            </a:schemeClr>
                          </a:solidFill>
                          <a:effectLst/>
                        </a:rPr>
                        <a:t>Mostly Used to implement VLAN (Virtual Local area network)</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834212910"/>
                  </a:ext>
                </a:extLst>
              </a:tr>
              <a:tr h="662788">
                <a:tc>
                  <a:txBody>
                    <a:bodyPr/>
                    <a:lstStyle/>
                    <a:p>
                      <a:pPr algn="ctr" fontAlgn="ctr"/>
                      <a:r>
                        <a:rPr lang="en-US" sz="1400" b="0">
                          <a:solidFill>
                            <a:schemeClr val="tx1">
                              <a:lumMod val="75000"/>
                              <a:lumOff val="25000"/>
                            </a:schemeClr>
                          </a:solidFill>
                          <a:effectLst/>
                        </a:rPr>
                        <a:t>Quite fast as they do not look at the Layer 3 portion of the data packets.</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400" b="0">
                          <a:solidFill>
                            <a:schemeClr val="tx1">
                              <a:lumMod val="75000"/>
                              <a:lumOff val="25000"/>
                            </a:schemeClr>
                          </a:solidFill>
                          <a:effectLst/>
                        </a:rPr>
                        <a:t>Takes time to examine data packets before sending them to their destination</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086096732"/>
                  </a:ext>
                </a:extLst>
              </a:tr>
              <a:tr h="449515">
                <a:tc>
                  <a:txBody>
                    <a:bodyPr/>
                    <a:lstStyle/>
                    <a:p>
                      <a:pPr algn="ctr" fontAlgn="ctr"/>
                      <a:r>
                        <a:rPr lang="en-US" sz="1400" b="0">
                          <a:solidFill>
                            <a:schemeClr val="tx1">
                              <a:lumMod val="75000"/>
                              <a:lumOff val="25000"/>
                            </a:schemeClr>
                          </a:solidFill>
                          <a:effectLst/>
                        </a:rPr>
                        <a:t>It has single broadcast domain</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fontAlgn="ctr"/>
                      <a:r>
                        <a:rPr lang="en-US" sz="1400" b="0">
                          <a:solidFill>
                            <a:schemeClr val="tx1">
                              <a:lumMod val="75000"/>
                              <a:lumOff val="25000"/>
                            </a:schemeClr>
                          </a:solidFill>
                          <a:effectLst/>
                        </a:rPr>
                        <a:t>It has multiple broadcast domain.</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157225656"/>
                  </a:ext>
                </a:extLst>
              </a:tr>
              <a:tr h="449515">
                <a:tc>
                  <a:txBody>
                    <a:bodyPr/>
                    <a:lstStyle/>
                    <a:p>
                      <a:pPr algn="ctr" fontAlgn="ctr"/>
                      <a:r>
                        <a:rPr lang="en-US" sz="1400" b="0">
                          <a:solidFill>
                            <a:schemeClr val="tx1">
                              <a:lumMod val="75000"/>
                              <a:lumOff val="25000"/>
                            </a:schemeClr>
                          </a:solidFill>
                          <a:effectLst/>
                        </a:rPr>
                        <a:t>Can communicate within a network only.</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tc>
                  <a:txBody>
                    <a:bodyPr/>
                    <a:lstStyle/>
                    <a:p>
                      <a:pPr algn="ctr" fontAlgn="ctr"/>
                      <a:r>
                        <a:rPr lang="en-US" sz="1400" b="0">
                          <a:solidFill>
                            <a:schemeClr val="tx1">
                              <a:lumMod val="75000"/>
                              <a:lumOff val="25000"/>
                            </a:schemeClr>
                          </a:solidFill>
                          <a:effectLst/>
                        </a:rPr>
                        <a:t>Can communicate within or outside network.</a:t>
                      </a:r>
                    </a:p>
                  </a:txBody>
                  <a:tcPr marL="196868" marR="147651" marT="98434" marB="98434" anchor="ctr">
                    <a:lnL w="12700" cmpd="sng">
                      <a:noFill/>
                      <a:prstDash val="solid"/>
                    </a:lnL>
                    <a:lnR w="12700" cmpd="sng">
                      <a:noFill/>
                      <a:prstDash val="solid"/>
                    </a:lnR>
                    <a:lnT w="9525" cap="flat" cmpd="sng" algn="ctr">
                      <a:solidFill>
                        <a:srgbClr val="C7C6C1"/>
                      </a:solidFill>
                      <a:prstDash val="solid"/>
                    </a:lnT>
                    <a:lnB w="12700" cmpd="sng">
                      <a:noFill/>
                      <a:prstDash val="solid"/>
                    </a:lnB>
                    <a:noFill/>
                  </a:tcPr>
                </a:tc>
                <a:extLst>
                  <a:ext uri="{0D108BD9-81ED-4DB2-BD59-A6C34878D82A}">
                    <a16:rowId xmlns:a16="http://schemas.microsoft.com/office/drawing/2014/main" val="1021440752"/>
                  </a:ext>
                </a:extLst>
              </a:tr>
            </a:tbl>
          </a:graphicData>
        </a:graphic>
      </p:graphicFrame>
      <p:sp>
        <p:nvSpPr>
          <p:cNvPr id="5" name="Rectangle 1">
            <a:extLst>
              <a:ext uri="{FF2B5EF4-FFF2-40B4-BE49-F238E27FC236}">
                <a16:creationId xmlns:a16="http://schemas.microsoft.com/office/drawing/2014/main" id="{FDB7CCBE-4852-F1AF-28E7-E5FF972B5DC0}"/>
              </a:ext>
            </a:extLst>
          </p:cNvPr>
          <p:cNvSpPr>
            <a:spLocks noChangeArrowheads="1"/>
          </p:cNvSpPr>
          <p:nvPr/>
        </p:nvSpPr>
        <p:spPr bwMode="auto">
          <a:xfrm>
            <a:off x="0" y="-276999"/>
            <a:ext cx="6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11365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43B521-1C46-9C39-57F2-95B3A52CCDB9}"/>
              </a:ext>
            </a:extLst>
          </p:cNvPr>
          <p:cNvSpPr>
            <a:spLocks noGrp="1"/>
          </p:cNvSpPr>
          <p:nvPr>
            <p:ph type="title"/>
          </p:nvPr>
        </p:nvSpPr>
        <p:spPr>
          <a:xfrm>
            <a:off x="589560" y="856180"/>
            <a:ext cx="4560584" cy="1128068"/>
          </a:xfrm>
        </p:spPr>
        <p:txBody>
          <a:bodyPr anchor="ctr">
            <a:normAutofit/>
          </a:bodyPr>
          <a:lstStyle/>
          <a:p>
            <a:r>
              <a:rPr lang="en-US" sz="4000" b="1" i="0">
                <a:effectLst/>
                <a:latin typeface="Nunito" pitchFamily="2" charset="0"/>
              </a:rPr>
              <a:t> Routers </a:t>
            </a:r>
            <a:endParaRPr lang="en-US" sz="4000"/>
          </a:p>
        </p:txBody>
      </p:sp>
      <p:grpSp>
        <p:nvGrpSpPr>
          <p:cNvPr id="1040" name="Group 103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41" name="Rectangle 104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4" name="Rectangle 1043">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C219B61-18E4-E178-0EBC-8AE95DBD733E}"/>
              </a:ext>
            </a:extLst>
          </p:cNvPr>
          <p:cNvSpPr>
            <a:spLocks noGrp="1"/>
          </p:cNvSpPr>
          <p:nvPr>
            <p:ph idx="1"/>
          </p:nvPr>
        </p:nvSpPr>
        <p:spPr>
          <a:xfrm>
            <a:off x="590719" y="2330505"/>
            <a:ext cx="4559425" cy="3979585"/>
          </a:xfrm>
        </p:spPr>
        <p:txBody>
          <a:bodyPr anchor="ctr">
            <a:normAutofit/>
          </a:bodyPr>
          <a:lstStyle/>
          <a:p>
            <a:r>
              <a:rPr lang="en-US" sz="2000" b="0" i="0" dirty="0">
                <a:effectLst/>
                <a:latin typeface="Nunito" pitchFamily="2" charset="0"/>
              </a:rPr>
              <a:t>A router is a device like a switch that routes data packets based on their IP addresses. The router is mainly a Network Layer device. Routers normally connect LANs and WANs and have a dynamically updating routing table based on which they make decisions on routing the data packets. The router divides the broadcast domains of hosts connected through it.</a:t>
            </a:r>
            <a:endParaRPr lang="en-US" sz="2000" dirty="0"/>
          </a:p>
        </p:txBody>
      </p:sp>
      <p:sp>
        <p:nvSpPr>
          <p:cNvPr id="1046" name="Rectangle 1045">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 diagram of a router&#10;&#10;Description automatically generated">
            <a:extLst>
              <a:ext uri="{FF2B5EF4-FFF2-40B4-BE49-F238E27FC236}">
                <a16:creationId xmlns:a16="http://schemas.microsoft.com/office/drawing/2014/main" id="{E0F32549-E795-D5C6-BB1B-679FD2412D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1786"/>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450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7A1B1E-1FD3-98F4-C573-31EFEA3801A2}"/>
              </a:ext>
            </a:extLst>
          </p:cNvPr>
          <p:cNvSpPr>
            <a:spLocks noGrp="1"/>
          </p:cNvSpPr>
          <p:nvPr>
            <p:ph type="title"/>
          </p:nvPr>
        </p:nvSpPr>
        <p:spPr>
          <a:xfrm>
            <a:off x="586478" y="1683756"/>
            <a:ext cx="3115265" cy="2396359"/>
          </a:xfrm>
        </p:spPr>
        <p:txBody>
          <a:bodyPr anchor="b">
            <a:normAutofit/>
          </a:bodyPr>
          <a:lstStyle/>
          <a:p>
            <a:pPr algn="r"/>
            <a:r>
              <a:rPr lang="en-US" sz="2800" b="1" i="0" dirty="0">
                <a:solidFill>
                  <a:srgbClr val="00B0F0"/>
                </a:solidFill>
                <a:effectLst/>
                <a:latin typeface="Source Sans 3"/>
              </a:rPr>
              <a:t>Difference Between Router and Switch</a:t>
            </a:r>
            <a:br>
              <a:rPr lang="en-US" sz="1600" b="1" i="0" dirty="0">
                <a:solidFill>
                  <a:srgbClr val="00B0F0"/>
                </a:solidFill>
                <a:effectLst/>
                <a:latin typeface="Source Sans 3"/>
              </a:rPr>
            </a:br>
            <a:endParaRPr lang="en-US" sz="4000" dirty="0">
              <a:solidFill>
                <a:srgbClr val="00B0F0"/>
              </a:solidFill>
            </a:endParaRPr>
          </a:p>
        </p:txBody>
      </p:sp>
      <p:graphicFrame>
        <p:nvGraphicFramePr>
          <p:cNvPr id="4" name="Content Placeholder 3">
            <a:extLst>
              <a:ext uri="{FF2B5EF4-FFF2-40B4-BE49-F238E27FC236}">
                <a16:creationId xmlns:a16="http://schemas.microsoft.com/office/drawing/2014/main" id="{29CBD2DD-13BF-58DF-2F73-15382C55506F}"/>
              </a:ext>
            </a:extLst>
          </p:cNvPr>
          <p:cNvGraphicFramePr>
            <a:graphicFrameLocks noGrp="1"/>
          </p:cNvGraphicFramePr>
          <p:nvPr>
            <p:ph idx="1"/>
            <p:extLst>
              <p:ext uri="{D42A27DB-BD31-4B8C-83A1-F6EECF244321}">
                <p14:modId xmlns:p14="http://schemas.microsoft.com/office/powerpoint/2010/main" val="3090999892"/>
              </p:ext>
            </p:extLst>
          </p:nvPr>
        </p:nvGraphicFramePr>
        <p:xfrm>
          <a:off x="4905052" y="1490618"/>
          <a:ext cx="6666833" cy="3973568"/>
        </p:xfrm>
        <a:graphic>
          <a:graphicData uri="http://schemas.openxmlformats.org/drawingml/2006/table">
            <a:tbl>
              <a:tblPr firstRow="1" bandRow="1">
                <a:noFill/>
              </a:tblPr>
              <a:tblGrid>
                <a:gridCol w="3577970">
                  <a:extLst>
                    <a:ext uri="{9D8B030D-6E8A-4147-A177-3AD203B41FA5}">
                      <a16:colId xmlns:a16="http://schemas.microsoft.com/office/drawing/2014/main" val="2488405729"/>
                    </a:ext>
                  </a:extLst>
                </a:gridCol>
                <a:gridCol w="3088863">
                  <a:extLst>
                    <a:ext uri="{9D8B030D-6E8A-4147-A177-3AD203B41FA5}">
                      <a16:colId xmlns:a16="http://schemas.microsoft.com/office/drawing/2014/main" val="2685880517"/>
                    </a:ext>
                  </a:extLst>
                </a:gridCol>
              </a:tblGrid>
              <a:tr h="456769">
                <a:tc>
                  <a:txBody>
                    <a:bodyPr/>
                    <a:lstStyle/>
                    <a:p>
                      <a:pPr algn="ctr" fontAlgn="base"/>
                      <a:r>
                        <a:rPr lang="en-US" sz="1700" b="1" cap="none" spc="0">
                          <a:solidFill>
                            <a:schemeClr val="tx1"/>
                          </a:solidFill>
                          <a:effectLst/>
                        </a:rPr>
                        <a:t>Router</a:t>
                      </a:r>
                    </a:p>
                  </a:txBody>
                  <a:tcPr marL="67078" marR="29119" marT="19165" marB="143738" anchor="b">
                    <a:lnL w="12700" cmpd="sng">
                      <a:noFill/>
                    </a:lnL>
                    <a:lnR w="12700" cmpd="sng">
                      <a:noFill/>
                    </a:lnR>
                    <a:lnT w="9525" cap="flat" cmpd="sng" algn="ctr">
                      <a:noFill/>
                      <a:prstDash val="solid"/>
                    </a:lnT>
                    <a:lnB w="38100" cmpd="sng">
                      <a:noFill/>
                    </a:lnB>
                    <a:noFill/>
                  </a:tcPr>
                </a:tc>
                <a:tc>
                  <a:txBody>
                    <a:bodyPr/>
                    <a:lstStyle/>
                    <a:p>
                      <a:pPr algn="ctr" fontAlgn="base"/>
                      <a:r>
                        <a:rPr lang="en-US" sz="1700" b="1" cap="none" spc="0">
                          <a:solidFill>
                            <a:schemeClr val="tx1"/>
                          </a:solidFill>
                          <a:effectLst/>
                        </a:rPr>
                        <a:t>Switch</a:t>
                      </a:r>
                    </a:p>
                  </a:txBody>
                  <a:tcPr marL="67078" marR="48532" marT="19165" marB="143738"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3039721992"/>
                  </a:ext>
                </a:extLst>
              </a:tr>
              <a:tr h="584536">
                <a:tc>
                  <a:txBody>
                    <a:bodyPr/>
                    <a:lstStyle/>
                    <a:p>
                      <a:pPr algn="ctr" fontAlgn="ctr"/>
                      <a:r>
                        <a:rPr lang="en-US" sz="1300" b="0" cap="none" spc="0">
                          <a:solidFill>
                            <a:schemeClr val="tx1"/>
                          </a:solidFill>
                          <a:effectLst/>
                        </a:rPr>
                        <a:t>The main objective of router is to connect various networks simultaneously.</a:t>
                      </a:r>
                    </a:p>
                  </a:txBody>
                  <a:tcPr marL="67078" marR="48532" marT="19165" marB="143738"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algn="ctr" fontAlgn="ctr"/>
                      <a:r>
                        <a:rPr lang="en-US" sz="1300" b="0" cap="none" spc="0">
                          <a:solidFill>
                            <a:schemeClr val="tx1"/>
                          </a:solidFill>
                          <a:effectLst/>
                        </a:rPr>
                        <a:t>While the main objective of switch is to connect various devices simultaneously.</a:t>
                      </a:r>
                    </a:p>
                  </a:txBody>
                  <a:tcPr marL="67078" marR="48532" marT="19165" marB="143738"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2226005810"/>
                  </a:ext>
                </a:extLst>
              </a:tr>
              <a:tr h="392885">
                <a:tc>
                  <a:txBody>
                    <a:bodyPr/>
                    <a:lstStyle/>
                    <a:p>
                      <a:pPr algn="ctr" fontAlgn="ctr"/>
                      <a:r>
                        <a:rPr lang="en-US" sz="1300" b="0" cap="none" spc="0">
                          <a:solidFill>
                            <a:schemeClr val="tx1"/>
                          </a:solidFill>
                          <a:effectLst/>
                        </a:rPr>
                        <a:t>It works in </a:t>
                      </a:r>
                      <a:r>
                        <a:rPr lang="en-US" sz="1300" b="0" u="sng" cap="none" spc="0">
                          <a:solidFill>
                            <a:schemeClr val="tx1"/>
                          </a:solidFill>
                          <a:effectLst/>
                          <a:hlinkClick r:id="rId2">
                            <a:extLst>
                              <a:ext uri="{A12FA001-AC4F-418D-AE19-62706E023703}">
                                <ahyp:hlinkClr xmlns:ahyp="http://schemas.microsoft.com/office/drawing/2018/hyperlinkcolor" val="tx"/>
                              </a:ext>
                            </a:extLst>
                          </a:hlinkClick>
                        </a:rPr>
                        <a:t>network layer</a:t>
                      </a:r>
                      <a:r>
                        <a:rPr lang="en-US" sz="1300" b="0" cap="none" spc="0">
                          <a:solidFill>
                            <a:schemeClr val="tx1"/>
                          </a:solidFill>
                          <a:effectLst/>
                        </a:rPr>
                        <a:t>.</a:t>
                      </a:r>
                    </a:p>
                  </a:txBody>
                  <a:tcPr marL="67078" marR="48532" marT="19165" marB="143738"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ctr" fontAlgn="ctr"/>
                      <a:r>
                        <a:rPr lang="en-US" sz="1300" b="0" cap="none" spc="0">
                          <a:solidFill>
                            <a:schemeClr val="tx1"/>
                          </a:solidFill>
                          <a:effectLst/>
                        </a:rPr>
                        <a:t>While it works in </a:t>
                      </a:r>
                      <a:r>
                        <a:rPr lang="en-US" sz="1300" b="0" u="sng" cap="none" spc="0">
                          <a:solidFill>
                            <a:schemeClr val="tx1"/>
                          </a:solidFill>
                          <a:effectLst/>
                          <a:hlinkClick r:id="rId3">
                            <a:extLst>
                              <a:ext uri="{A12FA001-AC4F-418D-AE19-62706E023703}">
                                <ahyp:hlinkClr xmlns:ahyp="http://schemas.microsoft.com/office/drawing/2018/hyperlinkcolor" val="tx"/>
                              </a:ext>
                            </a:extLst>
                          </a:hlinkClick>
                        </a:rPr>
                        <a:t>data link layer</a:t>
                      </a:r>
                      <a:r>
                        <a:rPr lang="en-US" sz="1300" b="0" cap="none" spc="0">
                          <a:solidFill>
                            <a:schemeClr val="tx1"/>
                          </a:solidFill>
                          <a:effectLst/>
                        </a:rPr>
                        <a:t>.</a:t>
                      </a:r>
                    </a:p>
                  </a:txBody>
                  <a:tcPr marL="67078" marR="48532" marT="19165" marB="14373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156739776"/>
                  </a:ext>
                </a:extLst>
              </a:tr>
              <a:tr h="392885">
                <a:tc>
                  <a:txBody>
                    <a:bodyPr/>
                    <a:lstStyle/>
                    <a:p>
                      <a:pPr algn="ctr" fontAlgn="ctr"/>
                      <a:r>
                        <a:rPr lang="en-US" sz="1300" b="0" cap="none" spc="0">
                          <a:solidFill>
                            <a:schemeClr val="tx1"/>
                          </a:solidFill>
                          <a:effectLst/>
                        </a:rPr>
                        <a:t>Router is used by </a:t>
                      </a:r>
                      <a:r>
                        <a:rPr lang="en-US" sz="1300" b="0" u="sng" cap="none" spc="0">
                          <a:solidFill>
                            <a:schemeClr val="tx1"/>
                          </a:solidFill>
                          <a:effectLst/>
                          <a:hlinkClick r:id="rId4">
                            <a:extLst>
                              <a:ext uri="{A12FA001-AC4F-418D-AE19-62706E023703}">
                                <ahyp:hlinkClr xmlns:ahyp="http://schemas.microsoft.com/office/drawing/2018/hyperlinkcolor" val="tx"/>
                              </a:ext>
                            </a:extLst>
                          </a:hlinkClick>
                        </a:rPr>
                        <a:t>LAN</a:t>
                      </a:r>
                      <a:r>
                        <a:rPr lang="en-US" sz="1300" b="0" cap="none" spc="0">
                          <a:solidFill>
                            <a:schemeClr val="tx1"/>
                          </a:solidFill>
                          <a:effectLst/>
                        </a:rPr>
                        <a:t> as well as </a:t>
                      </a:r>
                      <a:r>
                        <a:rPr lang="en-US" sz="1300" b="0" u="sng" cap="none" spc="0">
                          <a:solidFill>
                            <a:schemeClr val="tx1"/>
                          </a:solidFill>
                          <a:effectLst/>
                          <a:hlinkClick r:id="rId5">
                            <a:extLst>
                              <a:ext uri="{A12FA001-AC4F-418D-AE19-62706E023703}">
                                <ahyp:hlinkClr xmlns:ahyp="http://schemas.microsoft.com/office/drawing/2018/hyperlinkcolor" val="tx"/>
                              </a:ext>
                            </a:extLst>
                          </a:hlinkClick>
                        </a:rPr>
                        <a:t>MAN</a:t>
                      </a:r>
                      <a:r>
                        <a:rPr lang="en-US" sz="1300" b="0" cap="none" spc="0">
                          <a:solidFill>
                            <a:schemeClr val="tx1"/>
                          </a:solidFill>
                          <a:effectLst/>
                        </a:rPr>
                        <a:t>.</a:t>
                      </a:r>
                    </a:p>
                  </a:txBody>
                  <a:tcPr marL="67078" marR="48532" marT="19165" marB="143738"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gn="ctr" fontAlgn="ctr"/>
                      <a:r>
                        <a:rPr lang="en-US" sz="1300" b="0" cap="none" spc="0">
                          <a:solidFill>
                            <a:schemeClr val="tx1"/>
                          </a:solidFill>
                          <a:effectLst/>
                        </a:rPr>
                        <a:t>While switch is used by only LAN.</a:t>
                      </a:r>
                    </a:p>
                  </a:txBody>
                  <a:tcPr marL="67078" marR="48532" marT="19165" marB="143738"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3401414696"/>
                  </a:ext>
                </a:extLst>
              </a:tr>
              <a:tr h="584536">
                <a:tc>
                  <a:txBody>
                    <a:bodyPr/>
                    <a:lstStyle/>
                    <a:p>
                      <a:pPr algn="ctr" fontAlgn="ctr"/>
                      <a:r>
                        <a:rPr lang="en-US" sz="1300" b="0" cap="none" spc="0">
                          <a:solidFill>
                            <a:schemeClr val="tx1"/>
                          </a:solidFill>
                          <a:effectLst/>
                        </a:rPr>
                        <a:t>Through the router, data is sent in the form of packets.</a:t>
                      </a:r>
                    </a:p>
                  </a:txBody>
                  <a:tcPr marL="67078" marR="48532" marT="19165" marB="143738"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ctr" fontAlgn="ctr"/>
                      <a:r>
                        <a:rPr lang="en-US" sz="1300" b="0" cap="none" spc="0">
                          <a:solidFill>
                            <a:schemeClr val="tx1"/>
                          </a:solidFill>
                          <a:effectLst/>
                        </a:rPr>
                        <a:t>While through switch data is sent in the form of  frame.</a:t>
                      </a:r>
                    </a:p>
                  </a:txBody>
                  <a:tcPr marL="67078" marR="48532" marT="19165" marB="14373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619573548"/>
                  </a:ext>
                </a:extLst>
              </a:tr>
              <a:tr h="584536">
                <a:tc>
                  <a:txBody>
                    <a:bodyPr/>
                    <a:lstStyle/>
                    <a:p>
                      <a:pPr algn="ctr" fontAlgn="ctr"/>
                      <a:r>
                        <a:rPr lang="en-US" sz="1300" b="0" cap="none" spc="0">
                          <a:solidFill>
                            <a:schemeClr val="tx1"/>
                          </a:solidFill>
                          <a:effectLst/>
                        </a:rPr>
                        <a:t>There is less collision taking place in the router.</a:t>
                      </a:r>
                    </a:p>
                  </a:txBody>
                  <a:tcPr marL="67078" marR="48532" marT="19165" marB="143738"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gn="ctr" fontAlgn="ctr"/>
                      <a:r>
                        <a:rPr lang="en-US" sz="1300" b="0" cap="none" spc="0">
                          <a:solidFill>
                            <a:schemeClr val="tx1"/>
                          </a:solidFill>
                          <a:effectLst/>
                        </a:rPr>
                        <a:t>While there is no collision taking place in full duplex switch.</a:t>
                      </a:r>
                    </a:p>
                  </a:txBody>
                  <a:tcPr marL="67078" marR="48532" marT="19165" marB="143738"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4170755018"/>
                  </a:ext>
                </a:extLst>
              </a:tr>
              <a:tr h="392885">
                <a:tc>
                  <a:txBody>
                    <a:bodyPr/>
                    <a:lstStyle/>
                    <a:p>
                      <a:pPr algn="ctr" fontAlgn="ctr"/>
                      <a:r>
                        <a:rPr lang="en-US" sz="1300" b="0" cap="none" spc="0">
                          <a:solidFill>
                            <a:schemeClr val="tx1"/>
                          </a:solidFill>
                          <a:effectLst/>
                        </a:rPr>
                        <a:t>Router is compatible with </a:t>
                      </a:r>
                      <a:r>
                        <a:rPr lang="en-US" sz="1300" b="0" u="sng" cap="none" spc="0">
                          <a:solidFill>
                            <a:schemeClr val="tx1"/>
                          </a:solidFill>
                          <a:effectLst/>
                          <a:hlinkClick r:id="rId6">
                            <a:extLst>
                              <a:ext uri="{A12FA001-AC4F-418D-AE19-62706E023703}">
                                <ahyp:hlinkClr xmlns:ahyp="http://schemas.microsoft.com/office/drawing/2018/hyperlinkcolor" val="tx"/>
                              </a:ext>
                            </a:extLst>
                          </a:hlinkClick>
                        </a:rPr>
                        <a:t>NAT</a:t>
                      </a:r>
                      <a:r>
                        <a:rPr lang="en-US" sz="1300" b="0" cap="none" spc="0">
                          <a:solidFill>
                            <a:schemeClr val="tx1"/>
                          </a:solidFill>
                          <a:effectLst/>
                        </a:rPr>
                        <a:t>.</a:t>
                      </a:r>
                    </a:p>
                  </a:txBody>
                  <a:tcPr marL="67078" marR="48532" marT="19165" marB="143738"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ctr" fontAlgn="ctr"/>
                      <a:r>
                        <a:rPr lang="en-US" sz="1300" b="0" cap="none" spc="0">
                          <a:solidFill>
                            <a:schemeClr val="tx1"/>
                          </a:solidFill>
                          <a:effectLst/>
                        </a:rPr>
                        <a:t>While it is not compatible with NAT.</a:t>
                      </a:r>
                    </a:p>
                  </a:txBody>
                  <a:tcPr marL="67078" marR="48532" marT="19165" marB="143738"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711980444"/>
                  </a:ext>
                </a:extLst>
              </a:tr>
              <a:tr h="584536">
                <a:tc>
                  <a:txBody>
                    <a:bodyPr/>
                    <a:lstStyle/>
                    <a:p>
                      <a:pPr algn="ctr" fontAlgn="ctr"/>
                      <a:r>
                        <a:rPr lang="en-US" sz="1300" b="0" u="sng" cap="none" spc="0">
                          <a:solidFill>
                            <a:schemeClr val="tx1"/>
                          </a:solidFill>
                          <a:effectLst/>
                          <a:hlinkClick r:id="rId7">
                            <a:extLst>
                              <a:ext uri="{A12FA001-AC4F-418D-AE19-62706E023703}">
                                <ahyp:hlinkClr xmlns:ahyp="http://schemas.microsoft.com/office/drawing/2018/hyperlinkcolor" val="tx"/>
                              </a:ext>
                            </a:extLst>
                          </a:hlinkClick>
                        </a:rPr>
                        <a:t>Router</a:t>
                      </a:r>
                      <a:r>
                        <a:rPr lang="en-US" sz="1300" b="0" cap="none" spc="0">
                          <a:solidFill>
                            <a:schemeClr val="tx1"/>
                          </a:solidFill>
                          <a:effectLst/>
                        </a:rPr>
                        <a:t> is a relatively much more expensive device than switch.</a:t>
                      </a:r>
                    </a:p>
                  </a:txBody>
                  <a:tcPr marL="67078" marR="48532" marT="19165" marB="143738"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lgn="ctr" fontAlgn="ctr"/>
                      <a:r>
                        <a:rPr lang="en-US" sz="1300" b="0" cap="none" spc="0" dirty="0">
                          <a:solidFill>
                            <a:schemeClr val="tx1"/>
                          </a:solidFill>
                          <a:effectLst/>
                        </a:rPr>
                        <a:t>Switch is an expensive device than </a:t>
                      </a:r>
                      <a:r>
                        <a:rPr lang="en-US" sz="1300" b="0" u="sng" cap="none" spc="0" dirty="0">
                          <a:solidFill>
                            <a:schemeClr val="tx1"/>
                          </a:solidFill>
                          <a:effectLst/>
                          <a:hlinkClick r:id="rId8">
                            <a:extLst>
                              <a:ext uri="{A12FA001-AC4F-418D-AE19-62706E023703}">
                                <ahyp:hlinkClr xmlns:ahyp="http://schemas.microsoft.com/office/drawing/2018/hyperlinkcolor" val="tx"/>
                              </a:ext>
                            </a:extLst>
                          </a:hlinkClick>
                        </a:rPr>
                        <a:t>hub</a:t>
                      </a:r>
                      <a:r>
                        <a:rPr lang="en-US" sz="1300" b="0" cap="none" spc="0" dirty="0">
                          <a:solidFill>
                            <a:schemeClr val="tx1"/>
                          </a:solidFill>
                          <a:effectLst/>
                        </a:rPr>
                        <a:t>. but cheaper than router.</a:t>
                      </a:r>
                    </a:p>
                  </a:txBody>
                  <a:tcPr marL="67078" marR="48532" marT="19165" marB="143738"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501415999"/>
                  </a:ext>
                </a:extLst>
              </a:tr>
            </a:tbl>
          </a:graphicData>
        </a:graphic>
      </p:graphicFrame>
    </p:spTree>
    <p:extLst>
      <p:ext uri="{BB962C8B-B14F-4D97-AF65-F5344CB8AC3E}">
        <p14:creationId xmlns:p14="http://schemas.microsoft.com/office/powerpoint/2010/main" val="1195687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d1c0902-ed92-4fed-896d-2e7725de02d4}" enabled="1" method="Standard" siteId="{d6b0bbee-7cd9-4d60-bce6-4a67b543e2ae}" contentBits="2" removed="0"/>
</clbl:labelList>
</file>

<file path=docProps/app.xml><?xml version="1.0" encoding="utf-8"?>
<Properties xmlns="http://schemas.openxmlformats.org/officeDocument/2006/extended-properties" xmlns:vt="http://schemas.openxmlformats.org/officeDocument/2006/docPropsVTypes">
  <TotalTime>15</TotalTime>
  <Words>731</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-apple-system</vt:lpstr>
      <vt:lpstr>Google Sans</vt:lpstr>
      <vt:lpstr>Source Sans 3</vt:lpstr>
      <vt:lpstr>Arial</vt:lpstr>
      <vt:lpstr>Calibri</vt:lpstr>
      <vt:lpstr>Calibri Light</vt:lpstr>
      <vt:lpstr>Nunito</vt:lpstr>
      <vt:lpstr>Office Theme</vt:lpstr>
      <vt:lpstr>PowerPoint Presentation</vt:lpstr>
      <vt:lpstr>PowerPoint Presentation</vt:lpstr>
      <vt:lpstr>Switch </vt:lpstr>
      <vt:lpstr>Types of  Switch </vt:lpstr>
      <vt:lpstr>Types of switch</vt:lpstr>
      <vt:lpstr>Difference Between Layer-2 and Layer-3 Switches </vt:lpstr>
      <vt:lpstr> Routers </vt:lpstr>
      <vt:lpstr>Difference Between Router and Switch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RAMASUBBU Ayyappan (renexter)</dc:creator>
  <cp:lastModifiedBy>HAPPY Wishes</cp:lastModifiedBy>
  <cp:revision>1</cp:revision>
  <dcterms:created xsi:type="dcterms:W3CDTF">2024-09-27T05:16:04Z</dcterms:created>
  <dcterms:modified xsi:type="dcterms:W3CDTF">2024-09-30T05:32:13Z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Confidential C</vt:lpwstr>
  </property>
</Properties>
</file>